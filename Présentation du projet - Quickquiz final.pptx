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72" r:id="rId11"/>
    <p:sldId id="269" r:id="rId12"/>
    <p:sldId id="270" r:id="rId13"/>
    <p:sldId id="271" r:id="rId14"/>
    <p:sldId id="265" r:id="rId15"/>
    <p:sldId id="264" r:id="rId16"/>
    <p:sldId id="266" r:id="rId17"/>
  </p:sldIdLst>
  <p:sldSz cx="18288000" cy="10287000"/>
  <p:notesSz cx="6858000" cy="9144000"/>
  <p:embeddedFontLst>
    <p:embeddedFont>
      <p:font typeface="Helvetica World" panose="020B0604020202020204" charset="-128"/>
      <p:regular r:id="rId18"/>
    </p:embeddedFont>
    <p:embeddedFont>
      <p:font typeface="Helvetica World Bold" panose="020B0604020202020204" charset="-128"/>
      <p:regular r:id="rId19"/>
    </p:embeddedFont>
    <p:embeddedFont>
      <p:font typeface="Helvetica World Italics" panose="020B0604020202020204" charset="-128"/>
      <p:regular r:id="rId20"/>
    </p:embeddedFont>
    <p:embeddedFont>
      <p:font typeface="Source Sans Pro" panose="020B0503030403020204" pitchFamily="34" charset="0"/>
      <p:regular r:id="rId21"/>
      <p:bold r:id="rId22"/>
      <p:italic r:id="rId23"/>
      <p:boldItalic r:id="rId24"/>
    </p:embeddedFont>
    <p:embeddedFont>
      <p:font typeface="Source Sans Pro Bold" panose="020B0703030403020204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39" d="100"/>
          <a:sy n="39" d="100"/>
        </p:scale>
        <p:origin x="940" y="8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3.png"/><Relationship Id="rId7" Type="http://schemas.openxmlformats.org/officeDocument/2006/relationships/image" Target="../media/image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66" b="-666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330060" y="639487"/>
            <a:ext cx="13306533" cy="9008027"/>
            <a:chOff x="0" y="0"/>
            <a:chExt cx="3504601" cy="237248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504601" cy="2372484"/>
            </a:xfrm>
            <a:custGeom>
              <a:avLst/>
              <a:gdLst/>
              <a:ahLst/>
              <a:cxnLst/>
              <a:rect l="l" t="t" r="r" b="b"/>
              <a:pathLst>
                <a:path w="3504601" h="2372484">
                  <a:moveTo>
                    <a:pt x="29672" y="0"/>
                  </a:moveTo>
                  <a:lnTo>
                    <a:pt x="3474929" y="0"/>
                  </a:lnTo>
                  <a:cubicBezTo>
                    <a:pt x="3482798" y="0"/>
                    <a:pt x="3490345" y="3126"/>
                    <a:pt x="3495910" y="8691"/>
                  </a:cubicBezTo>
                  <a:cubicBezTo>
                    <a:pt x="3501475" y="14256"/>
                    <a:pt x="3504601" y="21803"/>
                    <a:pt x="3504601" y="29672"/>
                  </a:cubicBezTo>
                  <a:lnTo>
                    <a:pt x="3504601" y="2342812"/>
                  </a:lnTo>
                  <a:cubicBezTo>
                    <a:pt x="3504601" y="2350682"/>
                    <a:pt x="3501475" y="2358229"/>
                    <a:pt x="3495910" y="2363794"/>
                  </a:cubicBezTo>
                  <a:cubicBezTo>
                    <a:pt x="3490345" y="2369358"/>
                    <a:pt x="3482798" y="2372484"/>
                    <a:pt x="3474929" y="2372484"/>
                  </a:cubicBezTo>
                  <a:lnTo>
                    <a:pt x="29672" y="2372484"/>
                  </a:lnTo>
                  <a:cubicBezTo>
                    <a:pt x="21803" y="2372484"/>
                    <a:pt x="14256" y="2369358"/>
                    <a:pt x="8691" y="2363794"/>
                  </a:cubicBezTo>
                  <a:cubicBezTo>
                    <a:pt x="3126" y="2358229"/>
                    <a:pt x="0" y="2350682"/>
                    <a:pt x="0" y="2342812"/>
                  </a:cubicBezTo>
                  <a:lnTo>
                    <a:pt x="0" y="29672"/>
                  </a:lnTo>
                  <a:cubicBezTo>
                    <a:pt x="0" y="21803"/>
                    <a:pt x="3126" y="14256"/>
                    <a:pt x="8691" y="8691"/>
                  </a:cubicBezTo>
                  <a:cubicBezTo>
                    <a:pt x="14256" y="3126"/>
                    <a:pt x="21803" y="0"/>
                    <a:pt x="29672" y="0"/>
                  </a:cubicBezTo>
                  <a:close/>
                </a:path>
              </a:pathLst>
            </a:custGeom>
            <a:solidFill>
              <a:srgbClr val="101D56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3504601" cy="24201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63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2012930" y="1028700"/>
            <a:ext cx="5246370" cy="8229600"/>
            <a:chOff x="0" y="0"/>
            <a:chExt cx="812800" cy="127498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1274980"/>
            </a:xfrm>
            <a:custGeom>
              <a:avLst/>
              <a:gdLst/>
              <a:ahLst/>
              <a:cxnLst/>
              <a:rect l="l" t="t" r="r" b="b"/>
              <a:pathLst>
                <a:path w="812800" h="1274980">
                  <a:moveTo>
                    <a:pt x="33940" y="0"/>
                  </a:moveTo>
                  <a:lnTo>
                    <a:pt x="778860" y="0"/>
                  </a:lnTo>
                  <a:cubicBezTo>
                    <a:pt x="797604" y="0"/>
                    <a:pt x="812800" y="15196"/>
                    <a:pt x="812800" y="33940"/>
                  </a:cubicBezTo>
                  <a:lnTo>
                    <a:pt x="812800" y="1241040"/>
                  </a:lnTo>
                  <a:cubicBezTo>
                    <a:pt x="812800" y="1259785"/>
                    <a:pt x="797604" y="1274980"/>
                    <a:pt x="778860" y="1274980"/>
                  </a:cubicBezTo>
                  <a:lnTo>
                    <a:pt x="33940" y="1274980"/>
                  </a:lnTo>
                  <a:cubicBezTo>
                    <a:pt x="15196" y="1274980"/>
                    <a:pt x="0" y="1259785"/>
                    <a:pt x="0" y="1241040"/>
                  </a:cubicBezTo>
                  <a:lnTo>
                    <a:pt x="0" y="33940"/>
                  </a:lnTo>
                  <a:cubicBezTo>
                    <a:pt x="0" y="15196"/>
                    <a:pt x="15196" y="0"/>
                    <a:pt x="33940" y="0"/>
                  </a:cubicBezTo>
                  <a:close/>
                </a:path>
              </a:pathLst>
            </a:custGeom>
            <a:blipFill>
              <a:blip r:embed="rId3"/>
              <a:stretch>
                <a:fillRect l="-2843" r="-2843"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>
            <a:off x="7208598" y="1401175"/>
            <a:ext cx="3975566" cy="1023708"/>
          </a:xfrm>
          <a:custGeom>
            <a:avLst/>
            <a:gdLst/>
            <a:ahLst/>
            <a:cxnLst/>
            <a:rect l="l" t="t" r="r" b="b"/>
            <a:pathLst>
              <a:path w="3975566" h="1023708">
                <a:moveTo>
                  <a:pt x="0" y="0"/>
                </a:moveTo>
                <a:lnTo>
                  <a:pt x="3975567" y="0"/>
                </a:lnTo>
                <a:lnTo>
                  <a:pt x="3975567" y="1023708"/>
                </a:lnTo>
                <a:lnTo>
                  <a:pt x="0" y="10237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968197" y="3778251"/>
            <a:ext cx="9439883" cy="1009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055"/>
              </a:lnSpc>
            </a:pPr>
            <a:r>
              <a:rPr lang="en-US" sz="85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QuickQuiz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968197" y="5953746"/>
            <a:ext cx="4535959" cy="343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90"/>
              </a:lnSpc>
            </a:pPr>
            <a:r>
              <a:rPr lang="en-US" sz="2800" dirty="0" err="1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Plateforme</a:t>
            </a:r>
            <a:r>
              <a:rPr lang="en-US" sz="2800" dirty="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de Quiz </a:t>
            </a:r>
            <a:r>
              <a:rPr lang="en-US" sz="2800" dirty="0" err="1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en</a:t>
            </a:r>
            <a:r>
              <a:rPr lang="en-US" sz="2800" dirty="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Ligne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946426" y="7387669"/>
            <a:ext cx="2068916" cy="343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82"/>
              </a:lnSpc>
            </a:pPr>
            <a:r>
              <a:rPr lang="en-US" sz="2800" dirty="0" err="1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Présenté</a:t>
            </a:r>
            <a:r>
              <a:rPr lang="en-US" sz="2800" dirty="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par: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968990" y="8027155"/>
            <a:ext cx="4036320" cy="18180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637"/>
              </a:lnSpc>
            </a:pPr>
            <a:r>
              <a:rPr lang="en-US" sz="2598" b="1" dirty="0">
                <a:solidFill>
                  <a:srgbClr val="FFFFFF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Sabar Fatiha</a:t>
            </a:r>
          </a:p>
          <a:p>
            <a:pPr marL="0" lvl="0" indent="0" algn="l">
              <a:lnSpc>
                <a:spcPts val="3637"/>
              </a:lnSpc>
            </a:pPr>
            <a:r>
              <a:rPr lang="en-US" sz="2598" b="1" dirty="0">
                <a:solidFill>
                  <a:srgbClr val="FFFFFF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Hanif Adam</a:t>
            </a:r>
          </a:p>
          <a:p>
            <a:pPr marL="0" lvl="0" indent="0" algn="l">
              <a:lnSpc>
                <a:spcPts val="3637"/>
              </a:lnSpc>
            </a:pPr>
            <a:r>
              <a:rPr lang="en-US" sz="2598" b="1" dirty="0" err="1">
                <a:solidFill>
                  <a:srgbClr val="FFFFFF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Errami</a:t>
            </a:r>
            <a:r>
              <a:rPr lang="en-US" sz="2598" b="1" dirty="0">
                <a:solidFill>
                  <a:srgbClr val="FFFFFF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 Mohamed Taha</a:t>
            </a:r>
          </a:p>
          <a:p>
            <a:pPr marL="0" lvl="0" indent="0" algn="l">
              <a:lnSpc>
                <a:spcPts val="3637"/>
              </a:lnSpc>
            </a:pPr>
            <a:endParaRPr lang="en-US" sz="2598" b="1" dirty="0">
              <a:solidFill>
                <a:srgbClr val="FFFFFF"/>
              </a:solidFill>
              <a:latin typeface="Source Sans Pro Bold"/>
              <a:ea typeface="Source Sans Pro Bold"/>
              <a:cs typeface="Source Sans Pro Bold"/>
              <a:sym typeface="Source Sans Pro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2490734" y="1353360"/>
            <a:ext cx="2267979" cy="438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37"/>
              </a:lnSpc>
            </a:pPr>
            <a:r>
              <a:rPr lang="en-US" sz="2598" b="1">
                <a:solidFill>
                  <a:srgbClr val="FFFFFF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QuickQuiz ⚡</a:t>
            </a:r>
          </a:p>
        </p:txBody>
      </p:sp>
      <p:sp>
        <p:nvSpPr>
          <p:cNvPr id="14" name="Freeform 14"/>
          <p:cNvSpPr/>
          <p:nvPr/>
        </p:nvSpPr>
        <p:spPr>
          <a:xfrm>
            <a:off x="1636143" y="1272896"/>
            <a:ext cx="665695" cy="649458"/>
          </a:xfrm>
          <a:custGeom>
            <a:avLst/>
            <a:gdLst/>
            <a:ahLst/>
            <a:cxnLst/>
            <a:rect l="l" t="t" r="r" b="b"/>
            <a:pathLst>
              <a:path w="665695" h="649458">
                <a:moveTo>
                  <a:pt x="0" y="0"/>
                </a:moveTo>
                <a:lnTo>
                  <a:pt x="665695" y="0"/>
                </a:lnTo>
                <a:lnTo>
                  <a:pt x="665695" y="649459"/>
                </a:lnTo>
                <a:lnTo>
                  <a:pt x="0" y="6494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66" b="-666"/>
            </a:stretch>
          </a:blipFill>
        </p:spPr>
        <p:txBody>
          <a:bodyPr/>
          <a:lstStyle/>
          <a:p>
            <a:endParaRPr lang="fr-FR" dirty="0"/>
          </a:p>
        </p:txBody>
      </p:sp>
      <p:grpSp>
        <p:nvGrpSpPr>
          <p:cNvPr id="3" name="Group 3"/>
          <p:cNvGrpSpPr/>
          <p:nvPr/>
        </p:nvGrpSpPr>
        <p:grpSpPr>
          <a:xfrm>
            <a:off x="-96243" y="-638997"/>
            <a:ext cx="14185030" cy="3209092"/>
            <a:chOff x="0" y="0"/>
            <a:chExt cx="3735975" cy="84519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35975" cy="845193"/>
            </a:xfrm>
            <a:custGeom>
              <a:avLst/>
              <a:gdLst/>
              <a:ahLst/>
              <a:cxnLst/>
              <a:rect l="l" t="t" r="r" b="b"/>
              <a:pathLst>
                <a:path w="3735975" h="845193">
                  <a:moveTo>
                    <a:pt x="0" y="0"/>
                  </a:moveTo>
                  <a:lnTo>
                    <a:pt x="3735975" y="0"/>
                  </a:lnTo>
                  <a:lnTo>
                    <a:pt x="3735975" y="845193"/>
                  </a:lnTo>
                  <a:lnTo>
                    <a:pt x="0" y="845193"/>
                  </a:lnTo>
                  <a:close/>
                </a:path>
              </a:pathLst>
            </a:custGeom>
            <a:solidFill>
              <a:srgbClr val="101D56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3735975" cy="8928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903530" y="1691284"/>
            <a:ext cx="6341026" cy="7503318"/>
            <a:chOff x="0" y="0"/>
            <a:chExt cx="812800" cy="96178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961784"/>
            </a:xfrm>
            <a:custGeom>
              <a:avLst/>
              <a:gdLst/>
              <a:ahLst/>
              <a:cxnLst/>
              <a:rect l="l" t="t" r="r" b="b"/>
              <a:pathLst>
                <a:path w="812800" h="961784">
                  <a:moveTo>
                    <a:pt x="28081" y="0"/>
                  </a:moveTo>
                  <a:lnTo>
                    <a:pt x="784719" y="0"/>
                  </a:lnTo>
                  <a:cubicBezTo>
                    <a:pt x="800228" y="0"/>
                    <a:pt x="812800" y="12572"/>
                    <a:pt x="812800" y="28081"/>
                  </a:cubicBezTo>
                  <a:lnTo>
                    <a:pt x="812800" y="933703"/>
                  </a:lnTo>
                  <a:cubicBezTo>
                    <a:pt x="812800" y="949212"/>
                    <a:pt x="800228" y="961784"/>
                    <a:pt x="784719" y="961784"/>
                  </a:cubicBezTo>
                  <a:lnTo>
                    <a:pt x="28081" y="961784"/>
                  </a:lnTo>
                  <a:cubicBezTo>
                    <a:pt x="12572" y="961784"/>
                    <a:pt x="0" y="949212"/>
                    <a:pt x="0" y="933703"/>
                  </a:cubicBezTo>
                  <a:lnTo>
                    <a:pt x="0" y="28081"/>
                  </a:lnTo>
                  <a:cubicBezTo>
                    <a:pt x="0" y="12572"/>
                    <a:pt x="12572" y="0"/>
                    <a:pt x="28081" y="0"/>
                  </a:cubicBezTo>
                  <a:close/>
                </a:path>
              </a:pathLst>
            </a:custGeom>
            <a:blipFill>
              <a:blip r:embed="rId3"/>
              <a:stretch>
                <a:fillRect t="-2247" b="-2247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6628090" y="8980893"/>
            <a:ext cx="12450765" cy="2083136"/>
            <a:chOff x="0" y="0"/>
            <a:chExt cx="3279214" cy="54864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279214" cy="548645"/>
            </a:xfrm>
            <a:custGeom>
              <a:avLst/>
              <a:gdLst/>
              <a:ahLst/>
              <a:cxnLst/>
              <a:rect l="l" t="t" r="r" b="b"/>
              <a:pathLst>
                <a:path w="3279214" h="548645">
                  <a:moveTo>
                    <a:pt x="18654" y="0"/>
                  </a:moveTo>
                  <a:lnTo>
                    <a:pt x="3260560" y="0"/>
                  </a:lnTo>
                  <a:cubicBezTo>
                    <a:pt x="3265507" y="0"/>
                    <a:pt x="3270252" y="1965"/>
                    <a:pt x="3273750" y="5464"/>
                  </a:cubicBezTo>
                  <a:cubicBezTo>
                    <a:pt x="3277248" y="8962"/>
                    <a:pt x="3279214" y="13707"/>
                    <a:pt x="3279214" y="18654"/>
                  </a:cubicBezTo>
                  <a:lnTo>
                    <a:pt x="3279214" y="529991"/>
                  </a:lnTo>
                  <a:cubicBezTo>
                    <a:pt x="3279214" y="540293"/>
                    <a:pt x="3270862" y="548645"/>
                    <a:pt x="3260560" y="548645"/>
                  </a:cubicBezTo>
                  <a:lnTo>
                    <a:pt x="18654" y="548645"/>
                  </a:lnTo>
                  <a:cubicBezTo>
                    <a:pt x="13707" y="548645"/>
                    <a:pt x="8962" y="546679"/>
                    <a:pt x="5464" y="543181"/>
                  </a:cubicBezTo>
                  <a:cubicBezTo>
                    <a:pt x="1965" y="539683"/>
                    <a:pt x="0" y="534938"/>
                    <a:pt x="0" y="529991"/>
                  </a:cubicBezTo>
                  <a:lnTo>
                    <a:pt x="0" y="18654"/>
                  </a:lnTo>
                  <a:cubicBezTo>
                    <a:pt x="0" y="8352"/>
                    <a:pt x="8352" y="0"/>
                    <a:pt x="18654" y="0"/>
                  </a:cubicBezTo>
                  <a:close/>
                </a:path>
              </a:pathLst>
            </a:custGeom>
            <a:solidFill>
              <a:srgbClr val="101D56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3279214" cy="5962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0" y="0"/>
            <a:ext cx="1329272" cy="727474"/>
          </a:xfrm>
          <a:custGeom>
            <a:avLst/>
            <a:gdLst/>
            <a:ahLst/>
            <a:cxnLst/>
            <a:rect l="l" t="t" r="r" b="b"/>
            <a:pathLst>
              <a:path w="1329272" h="727474">
                <a:moveTo>
                  <a:pt x="0" y="0"/>
                </a:moveTo>
                <a:lnTo>
                  <a:pt x="1329272" y="0"/>
                </a:lnTo>
                <a:lnTo>
                  <a:pt x="1329272" y="727474"/>
                </a:lnTo>
                <a:lnTo>
                  <a:pt x="0" y="7274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7130107" y="9194602"/>
            <a:ext cx="1157893" cy="1157893"/>
          </a:xfrm>
          <a:custGeom>
            <a:avLst/>
            <a:gdLst/>
            <a:ahLst/>
            <a:cxnLst/>
            <a:rect l="l" t="t" r="r" b="b"/>
            <a:pathLst>
              <a:path w="1157893" h="1157893">
                <a:moveTo>
                  <a:pt x="0" y="0"/>
                </a:moveTo>
                <a:lnTo>
                  <a:pt x="1157893" y="0"/>
                </a:lnTo>
                <a:lnTo>
                  <a:pt x="1157893" y="1157893"/>
                </a:lnTo>
                <a:lnTo>
                  <a:pt x="0" y="11578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7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3273941" y="1030181"/>
            <a:ext cx="4355648" cy="1175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715"/>
              </a:lnSpc>
            </a:pPr>
            <a:r>
              <a:rPr lang="en-US" sz="6225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SOMMAIRE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273940" y="4010015"/>
            <a:ext cx="5031859" cy="3704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04812" lvl="1" indent="-202406" algn="l">
              <a:lnSpc>
                <a:spcPts val="2625"/>
              </a:lnSpc>
              <a:buAutoNum type="arabicPeriod"/>
            </a:pPr>
            <a:r>
              <a:rPr lang="en-US" sz="3600" dirty="0">
                <a:solidFill>
                  <a:srgbClr val="101D5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Introduction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273940" y="4833733"/>
            <a:ext cx="4803259" cy="3704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02406" lvl="1" algn="l">
              <a:lnSpc>
                <a:spcPts val="2625"/>
              </a:lnSpc>
            </a:pPr>
            <a:r>
              <a:rPr lang="en-US" sz="3600" dirty="0">
                <a:solidFill>
                  <a:srgbClr val="101D5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2.Fonctionnalités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273940" y="5551350"/>
            <a:ext cx="5870059" cy="3704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02406" lvl="1" algn="l">
              <a:lnSpc>
                <a:spcPts val="2625"/>
              </a:lnSpc>
            </a:pPr>
            <a:r>
              <a:rPr lang="en-US" sz="3600" dirty="0">
                <a:solidFill>
                  <a:srgbClr val="101D5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3.Comment </a:t>
            </a:r>
            <a:r>
              <a:rPr lang="en-US" sz="3600" dirty="0" err="1">
                <a:solidFill>
                  <a:srgbClr val="101D5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ça</a:t>
            </a:r>
            <a:r>
              <a:rPr lang="en-US" sz="3600" dirty="0">
                <a:solidFill>
                  <a:srgbClr val="101D5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en-US" sz="3600" dirty="0" err="1">
                <a:solidFill>
                  <a:srgbClr val="101D5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marche</a:t>
            </a:r>
            <a:endParaRPr lang="en-US" sz="3600" dirty="0">
              <a:solidFill>
                <a:srgbClr val="101D56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3273941" y="6268966"/>
            <a:ext cx="5412859" cy="3704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02406" lvl="1" algn="l">
              <a:lnSpc>
                <a:spcPts val="2625"/>
              </a:lnSpc>
            </a:pPr>
            <a:r>
              <a:rPr lang="en-US" sz="3600" dirty="0">
                <a:solidFill>
                  <a:srgbClr val="101D5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4.Types de Questions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273941" y="6986583"/>
            <a:ext cx="5412858" cy="3704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02406" lvl="1" algn="l">
              <a:lnSpc>
                <a:spcPts val="2625"/>
              </a:lnSpc>
            </a:pPr>
            <a:r>
              <a:rPr lang="en-US" sz="3600" dirty="0">
                <a:solidFill>
                  <a:srgbClr val="101D5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5.Conception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273940" y="7704199"/>
            <a:ext cx="5412857" cy="3704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02406" lvl="1">
              <a:lnSpc>
                <a:spcPts val="2625"/>
              </a:lnSpc>
            </a:pPr>
            <a:r>
              <a:rPr lang="en-US" sz="3600" dirty="0">
                <a:solidFill>
                  <a:srgbClr val="101D5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6.R</a:t>
            </a:r>
            <a:r>
              <a:rPr lang="en-US" sz="3600" dirty="0">
                <a:solidFill>
                  <a:schemeClr val="tx2">
                    <a:lumMod val="50000"/>
                  </a:schemeClr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é</a:t>
            </a:r>
            <a:r>
              <a:rPr lang="en-US" sz="3600" dirty="0">
                <a:solidFill>
                  <a:srgbClr val="101D5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alisation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273941" y="8421816"/>
            <a:ext cx="4355648" cy="3704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02406" lvl="1" algn="l">
              <a:lnSpc>
                <a:spcPts val="2625"/>
              </a:lnSpc>
            </a:pPr>
            <a:r>
              <a:rPr lang="en-US" sz="3600" dirty="0">
                <a:solidFill>
                  <a:srgbClr val="101D5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7.Conclusion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66" b="-666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924115" y="6390166"/>
            <a:ext cx="20136229" cy="4506944"/>
            <a:chOff x="0" y="0"/>
            <a:chExt cx="5303369" cy="118701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303369" cy="1187014"/>
            </a:xfrm>
            <a:custGeom>
              <a:avLst/>
              <a:gdLst/>
              <a:ahLst/>
              <a:cxnLst/>
              <a:rect l="l" t="t" r="r" b="b"/>
              <a:pathLst>
                <a:path w="5303369" h="1187014">
                  <a:moveTo>
                    <a:pt x="0" y="0"/>
                  </a:moveTo>
                  <a:lnTo>
                    <a:pt x="5303369" y="0"/>
                  </a:lnTo>
                  <a:lnTo>
                    <a:pt x="5303369" y="1187014"/>
                  </a:lnTo>
                  <a:lnTo>
                    <a:pt x="0" y="1187014"/>
                  </a:lnTo>
                  <a:close/>
                </a:path>
              </a:pathLst>
            </a:custGeom>
            <a:solidFill>
              <a:srgbClr val="101D56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5303369" cy="12346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169094" y="4752104"/>
            <a:ext cx="3910371" cy="2039244"/>
            <a:chOff x="0" y="0"/>
            <a:chExt cx="1029892" cy="53708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29892" cy="537085"/>
            </a:xfrm>
            <a:custGeom>
              <a:avLst/>
              <a:gdLst/>
              <a:ahLst/>
              <a:cxnLst/>
              <a:rect l="l" t="t" r="r" b="b"/>
              <a:pathLst>
                <a:path w="1029892" h="537085">
                  <a:moveTo>
                    <a:pt x="43557" y="0"/>
                  </a:moveTo>
                  <a:lnTo>
                    <a:pt x="986336" y="0"/>
                  </a:lnTo>
                  <a:cubicBezTo>
                    <a:pt x="1010391" y="0"/>
                    <a:pt x="1029892" y="19501"/>
                    <a:pt x="1029892" y="43557"/>
                  </a:cubicBezTo>
                  <a:lnTo>
                    <a:pt x="1029892" y="493528"/>
                  </a:lnTo>
                  <a:cubicBezTo>
                    <a:pt x="1029892" y="517584"/>
                    <a:pt x="1010391" y="537085"/>
                    <a:pt x="986336" y="537085"/>
                  </a:cubicBezTo>
                  <a:lnTo>
                    <a:pt x="43557" y="537085"/>
                  </a:lnTo>
                  <a:cubicBezTo>
                    <a:pt x="19501" y="537085"/>
                    <a:pt x="0" y="517584"/>
                    <a:pt x="0" y="493528"/>
                  </a:cubicBezTo>
                  <a:lnTo>
                    <a:pt x="0" y="43557"/>
                  </a:lnTo>
                  <a:cubicBezTo>
                    <a:pt x="0" y="19501"/>
                    <a:pt x="19501" y="0"/>
                    <a:pt x="43557" y="0"/>
                  </a:cubicBezTo>
                  <a:close/>
                </a:path>
              </a:pathLst>
            </a:custGeom>
            <a:solidFill>
              <a:srgbClr val="3A6B95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029892" cy="5847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188814" y="4752104"/>
            <a:ext cx="3910371" cy="2039244"/>
            <a:chOff x="0" y="0"/>
            <a:chExt cx="1029892" cy="53708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29892" cy="537085"/>
            </a:xfrm>
            <a:custGeom>
              <a:avLst/>
              <a:gdLst/>
              <a:ahLst/>
              <a:cxnLst/>
              <a:rect l="l" t="t" r="r" b="b"/>
              <a:pathLst>
                <a:path w="1029892" h="537085">
                  <a:moveTo>
                    <a:pt x="43557" y="0"/>
                  </a:moveTo>
                  <a:lnTo>
                    <a:pt x="986336" y="0"/>
                  </a:lnTo>
                  <a:cubicBezTo>
                    <a:pt x="1010391" y="0"/>
                    <a:pt x="1029892" y="19501"/>
                    <a:pt x="1029892" y="43557"/>
                  </a:cubicBezTo>
                  <a:lnTo>
                    <a:pt x="1029892" y="493528"/>
                  </a:lnTo>
                  <a:cubicBezTo>
                    <a:pt x="1029892" y="517584"/>
                    <a:pt x="1010391" y="537085"/>
                    <a:pt x="986336" y="537085"/>
                  </a:cubicBezTo>
                  <a:lnTo>
                    <a:pt x="43557" y="537085"/>
                  </a:lnTo>
                  <a:cubicBezTo>
                    <a:pt x="19501" y="537085"/>
                    <a:pt x="0" y="517584"/>
                    <a:pt x="0" y="493528"/>
                  </a:cubicBezTo>
                  <a:lnTo>
                    <a:pt x="0" y="43557"/>
                  </a:lnTo>
                  <a:cubicBezTo>
                    <a:pt x="0" y="19501"/>
                    <a:pt x="19501" y="0"/>
                    <a:pt x="43557" y="0"/>
                  </a:cubicBezTo>
                  <a:close/>
                </a:path>
              </a:pathLst>
            </a:custGeom>
            <a:solidFill>
              <a:srgbClr val="3A6B95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029892" cy="5847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204086" y="4752104"/>
            <a:ext cx="3910371" cy="2039244"/>
            <a:chOff x="0" y="0"/>
            <a:chExt cx="1029892" cy="53708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29892" cy="537085"/>
            </a:xfrm>
            <a:custGeom>
              <a:avLst/>
              <a:gdLst/>
              <a:ahLst/>
              <a:cxnLst/>
              <a:rect l="l" t="t" r="r" b="b"/>
              <a:pathLst>
                <a:path w="1029892" h="537085">
                  <a:moveTo>
                    <a:pt x="43557" y="0"/>
                  </a:moveTo>
                  <a:lnTo>
                    <a:pt x="986336" y="0"/>
                  </a:lnTo>
                  <a:cubicBezTo>
                    <a:pt x="1010391" y="0"/>
                    <a:pt x="1029892" y="19501"/>
                    <a:pt x="1029892" y="43557"/>
                  </a:cubicBezTo>
                  <a:lnTo>
                    <a:pt x="1029892" y="493528"/>
                  </a:lnTo>
                  <a:cubicBezTo>
                    <a:pt x="1029892" y="517584"/>
                    <a:pt x="1010391" y="537085"/>
                    <a:pt x="986336" y="537085"/>
                  </a:cubicBezTo>
                  <a:lnTo>
                    <a:pt x="43557" y="537085"/>
                  </a:lnTo>
                  <a:cubicBezTo>
                    <a:pt x="19501" y="537085"/>
                    <a:pt x="0" y="517584"/>
                    <a:pt x="0" y="493528"/>
                  </a:cubicBezTo>
                  <a:lnTo>
                    <a:pt x="0" y="43557"/>
                  </a:lnTo>
                  <a:cubicBezTo>
                    <a:pt x="0" y="19501"/>
                    <a:pt x="19501" y="0"/>
                    <a:pt x="43557" y="0"/>
                  </a:cubicBezTo>
                  <a:close/>
                </a:path>
              </a:pathLst>
            </a:custGeom>
            <a:solidFill>
              <a:srgbClr val="3A6B95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1029892" cy="5847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640337" y="-1218468"/>
            <a:ext cx="9274800" cy="2083136"/>
            <a:chOff x="0" y="0"/>
            <a:chExt cx="2442746" cy="54864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442746" cy="548645"/>
            </a:xfrm>
            <a:custGeom>
              <a:avLst/>
              <a:gdLst/>
              <a:ahLst/>
              <a:cxnLst/>
              <a:rect l="l" t="t" r="r" b="b"/>
              <a:pathLst>
                <a:path w="2442746" h="548645">
                  <a:moveTo>
                    <a:pt x="25042" y="0"/>
                  </a:moveTo>
                  <a:lnTo>
                    <a:pt x="2417704" y="0"/>
                  </a:lnTo>
                  <a:cubicBezTo>
                    <a:pt x="2431534" y="0"/>
                    <a:pt x="2442746" y="11212"/>
                    <a:pt x="2442746" y="25042"/>
                  </a:cubicBezTo>
                  <a:lnTo>
                    <a:pt x="2442746" y="523603"/>
                  </a:lnTo>
                  <a:cubicBezTo>
                    <a:pt x="2442746" y="530244"/>
                    <a:pt x="2440107" y="536614"/>
                    <a:pt x="2435411" y="541310"/>
                  </a:cubicBezTo>
                  <a:cubicBezTo>
                    <a:pt x="2430715" y="546006"/>
                    <a:pt x="2424345" y="548645"/>
                    <a:pt x="2417704" y="548645"/>
                  </a:cubicBezTo>
                  <a:lnTo>
                    <a:pt x="25042" y="548645"/>
                  </a:lnTo>
                  <a:cubicBezTo>
                    <a:pt x="18400" y="548645"/>
                    <a:pt x="12031" y="546006"/>
                    <a:pt x="7335" y="541310"/>
                  </a:cubicBezTo>
                  <a:cubicBezTo>
                    <a:pt x="2638" y="536614"/>
                    <a:pt x="0" y="530244"/>
                    <a:pt x="0" y="523603"/>
                  </a:cubicBezTo>
                  <a:lnTo>
                    <a:pt x="0" y="25042"/>
                  </a:lnTo>
                  <a:cubicBezTo>
                    <a:pt x="0" y="18400"/>
                    <a:pt x="2638" y="12031"/>
                    <a:pt x="7335" y="7335"/>
                  </a:cubicBezTo>
                  <a:cubicBezTo>
                    <a:pt x="12031" y="2638"/>
                    <a:pt x="18400" y="0"/>
                    <a:pt x="25042" y="0"/>
                  </a:cubicBezTo>
                  <a:close/>
                </a:path>
              </a:pathLst>
            </a:custGeom>
            <a:solidFill>
              <a:srgbClr val="101D56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2442746" cy="5962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>
            <a:off x="16725878" y="8294621"/>
            <a:ext cx="1803464" cy="1738088"/>
          </a:xfrm>
          <a:custGeom>
            <a:avLst/>
            <a:gdLst/>
            <a:ahLst/>
            <a:cxnLst/>
            <a:rect l="l" t="t" r="r" b="b"/>
            <a:pathLst>
              <a:path w="1803464" h="1738088">
                <a:moveTo>
                  <a:pt x="0" y="0"/>
                </a:moveTo>
                <a:lnTo>
                  <a:pt x="1803464" y="0"/>
                </a:lnTo>
                <a:lnTo>
                  <a:pt x="1803464" y="1738088"/>
                </a:lnTo>
                <a:lnTo>
                  <a:pt x="0" y="17380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5000"/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283177" y="7906535"/>
            <a:ext cx="1959609" cy="2084690"/>
          </a:xfrm>
          <a:custGeom>
            <a:avLst/>
            <a:gdLst/>
            <a:ahLst/>
            <a:cxnLst/>
            <a:rect l="l" t="t" r="r" b="b"/>
            <a:pathLst>
              <a:path w="1959609" h="2084690">
                <a:moveTo>
                  <a:pt x="0" y="0"/>
                </a:moveTo>
                <a:lnTo>
                  <a:pt x="1959609" y="0"/>
                </a:lnTo>
                <a:lnTo>
                  <a:pt x="1959609" y="2084690"/>
                </a:lnTo>
                <a:lnTo>
                  <a:pt x="0" y="20846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1870719" y="1772310"/>
            <a:ext cx="6620087" cy="756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888"/>
              </a:lnSpc>
            </a:pPr>
            <a:r>
              <a:rPr lang="en-US" sz="6600" b="1" dirty="0">
                <a:solidFill>
                  <a:schemeClr val="bg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INTRODUCTION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753611" y="1984350"/>
            <a:ext cx="6481846" cy="1488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37"/>
              </a:lnSpc>
            </a:pPr>
            <a:r>
              <a:rPr lang="en-US" sz="2800" dirty="0" err="1">
                <a:solidFill>
                  <a:schemeClr val="bg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Rejoignez</a:t>
            </a:r>
            <a:r>
              <a:rPr lang="en-US" sz="2800" dirty="0">
                <a:solidFill>
                  <a:schemeClr val="bg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des quiz </a:t>
            </a:r>
            <a:r>
              <a:rPr lang="en-US" sz="2800" dirty="0" err="1">
                <a:solidFill>
                  <a:schemeClr val="bg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en</a:t>
            </a:r>
            <a:r>
              <a:rPr lang="en-US" sz="2800" dirty="0">
                <a:solidFill>
                  <a:schemeClr val="bg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temps </a:t>
            </a:r>
            <a:r>
              <a:rPr lang="en-US" sz="2800" dirty="0" err="1">
                <a:solidFill>
                  <a:schemeClr val="bg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réel</a:t>
            </a:r>
            <a:r>
              <a:rPr lang="en-US" sz="2800" dirty="0">
                <a:solidFill>
                  <a:schemeClr val="bg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via un lien </a:t>
            </a:r>
            <a:r>
              <a:rPr lang="en-US" sz="2800" dirty="0" err="1">
                <a:solidFill>
                  <a:schemeClr val="bg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ou</a:t>
            </a:r>
            <a:r>
              <a:rPr lang="en-US" sz="2800" dirty="0">
                <a:solidFill>
                  <a:schemeClr val="bg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code PIN — sans inscription. Une </a:t>
            </a:r>
            <a:r>
              <a:rPr lang="en-US" sz="2800" dirty="0" err="1">
                <a:solidFill>
                  <a:schemeClr val="bg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expérience</a:t>
            </a:r>
            <a:r>
              <a:rPr lang="en-US" sz="2800" dirty="0">
                <a:solidFill>
                  <a:schemeClr val="bg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interactive et </a:t>
            </a:r>
            <a:r>
              <a:rPr lang="en-US" sz="2800" dirty="0" err="1">
                <a:solidFill>
                  <a:schemeClr val="bg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engageante</a:t>
            </a:r>
            <a:r>
              <a:rPr lang="en-US" sz="2800" dirty="0">
                <a:solidFill>
                  <a:schemeClr val="bg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pour </a:t>
            </a:r>
            <a:r>
              <a:rPr lang="en-US" sz="2800" dirty="0" err="1">
                <a:solidFill>
                  <a:schemeClr val="bg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tous</a:t>
            </a:r>
            <a:r>
              <a:rPr lang="en-US" sz="2800" dirty="0">
                <a:solidFill>
                  <a:schemeClr val="bg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734212" y="5584283"/>
            <a:ext cx="2780134" cy="436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20"/>
              </a:lnSpc>
            </a:pPr>
            <a:r>
              <a:rPr lang="en-US" sz="2300" b="1" dirty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12 CATÉGORIES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751326" y="5341966"/>
            <a:ext cx="2780134" cy="8750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20"/>
              </a:lnSpc>
            </a:pPr>
            <a:r>
              <a:rPr lang="en-US" sz="2300" b="1" dirty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3 TYPES DE QUESTIONS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769204" y="5553286"/>
            <a:ext cx="2780134" cy="436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20"/>
              </a:lnSpc>
            </a:pPr>
            <a:r>
              <a:rPr lang="en-US" sz="2300" b="1" dirty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CODE PIN UNIQUE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169094" y="7167704"/>
            <a:ext cx="3910371" cy="798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17"/>
              </a:lnSpc>
            </a:pPr>
            <a:r>
              <a:rPr lang="en-US" sz="229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Sciences, Histoire, Sport, Musique et bien plus encore.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188814" y="7167704"/>
            <a:ext cx="3910371" cy="798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17"/>
              </a:lnSpc>
            </a:pPr>
            <a:r>
              <a:rPr lang="en-US" sz="229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QCM, Vrai/Faux et Réponse courte.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204086" y="7167704"/>
            <a:ext cx="3910371" cy="798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17"/>
              </a:lnSpc>
            </a:pPr>
            <a:r>
              <a:rPr lang="en-US" sz="229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6 chiffres pour rejoindre instantanément.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169094" y="8174024"/>
            <a:ext cx="3910371" cy="512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012"/>
              </a:lnSpc>
            </a:pPr>
            <a:r>
              <a:rPr lang="en-US" sz="2000" i="1" dirty="0">
                <a:solidFill>
                  <a:srgbClr val="FFFFFF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🎯 Quiz </a:t>
            </a:r>
            <a:r>
              <a:rPr lang="en-US" sz="2000" i="1" dirty="0" err="1">
                <a:solidFill>
                  <a:srgbClr val="FFFFFF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interactifs</a:t>
            </a:r>
            <a:r>
              <a:rPr lang="en-US" sz="2000" i="1" dirty="0">
                <a:solidFill>
                  <a:srgbClr val="FFFFFF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 </a:t>
            </a:r>
            <a:r>
              <a:rPr lang="en-US" sz="2000" i="1" dirty="0" err="1">
                <a:solidFill>
                  <a:srgbClr val="FFFFFF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en</a:t>
            </a:r>
            <a:r>
              <a:rPr lang="en-US" sz="2000" i="1" dirty="0">
                <a:solidFill>
                  <a:srgbClr val="FFFFFF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 temps </a:t>
            </a:r>
            <a:r>
              <a:rPr lang="en-US" sz="2000" i="1" dirty="0" err="1">
                <a:solidFill>
                  <a:srgbClr val="FFFFFF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réel</a:t>
            </a:r>
            <a:r>
              <a:rPr lang="en-US" sz="2000" i="1" dirty="0">
                <a:solidFill>
                  <a:srgbClr val="FFFFFF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 avec </a:t>
            </a:r>
            <a:r>
              <a:rPr lang="en-US" sz="2000" i="1" dirty="0" err="1">
                <a:solidFill>
                  <a:srgbClr val="FFFFFF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classement</a:t>
            </a:r>
            <a:r>
              <a:rPr lang="en-US" sz="2000" i="1" dirty="0">
                <a:solidFill>
                  <a:srgbClr val="FFFFFF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 </a:t>
            </a:r>
            <a:r>
              <a:rPr lang="en-US" sz="2000" i="1" dirty="0" err="1">
                <a:solidFill>
                  <a:srgbClr val="FFFFFF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instantané</a:t>
            </a:r>
            <a:r>
              <a:rPr lang="en-US" sz="2000" i="1" dirty="0">
                <a:solidFill>
                  <a:srgbClr val="FFFFFF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188814" y="8174024"/>
            <a:ext cx="3910371" cy="512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012"/>
              </a:lnSpc>
            </a:pPr>
            <a:r>
              <a:rPr lang="en-US" sz="2000" i="1" dirty="0">
                <a:solidFill>
                  <a:srgbClr val="FFFFFF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⚡ </a:t>
            </a:r>
            <a:r>
              <a:rPr lang="en-US" sz="2000" i="1" dirty="0" err="1">
                <a:solidFill>
                  <a:srgbClr val="FFFFFF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Aucune</a:t>
            </a:r>
            <a:r>
              <a:rPr lang="en-US" sz="2000" i="1" dirty="0">
                <a:solidFill>
                  <a:srgbClr val="FFFFFF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 inscription </a:t>
            </a:r>
            <a:r>
              <a:rPr lang="en-US" sz="2000" i="1" dirty="0" err="1">
                <a:solidFill>
                  <a:srgbClr val="FFFFFF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requise</a:t>
            </a:r>
            <a:r>
              <a:rPr lang="en-US" sz="2000" i="1" dirty="0">
                <a:solidFill>
                  <a:srgbClr val="FFFFFF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 pour </a:t>
            </a:r>
            <a:r>
              <a:rPr lang="en-US" sz="2000" i="1" dirty="0" err="1">
                <a:solidFill>
                  <a:srgbClr val="FFFFFF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participer</a:t>
            </a:r>
            <a:r>
              <a:rPr lang="en-US" sz="2000" i="1" dirty="0">
                <a:solidFill>
                  <a:srgbClr val="FFFFFF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204086" y="8174024"/>
            <a:ext cx="3910371" cy="512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012"/>
              </a:lnSpc>
            </a:pPr>
            <a:r>
              <a:rPr lang="en-US" sz="2000" i="1" dirty="0">
                <a:solidFill>
                  <a:srgbClr val="FFFFFF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🏆 </a:t>
            </a:r>
            <a:r>
              <a:rPr lang="en-US" sz="2000" i="1" dirty="0" err="1">
                <a:solidFill>
                  <a:srgbClr val="FFFFFF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Gagnez</a:t>
            </a:r>
            <a:r>
              <a:rPr lang="en-US" sz="2000" i="1" dirty="0">
                <a:solidFill>
                  <a:srgbClr val="FFFFFF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 des points et des badges à </a:t>
            </a:r>
            <a:r>
              <a:rPr lang="en-US" sz="2000" i="1" dirty="0" err="1">
                <a:solidFill>
                  <a:srgbClr val="FFFFFF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chaque</a:t>
            </a:r>
            <a:r>
              <a:rPr lang="en-US" sz="2000" i="1" dirty="0">
                <a:solidFill>
                  <a:srgbClr val="FFFFFF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 quiz.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66" b="-666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192071" y="0"/>
            <a:ext cx="18672141" cy="3351483"/>
            <a:chOff x="0" y="0"/>
            <a:chExt cx="4917766" cy="88269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917766" cy="882695"/>
            </a:xfrm>
            <a:custGeom>
              <a:avLst/>
              <a:gdLst/>
              <a:ahLst/>
              <a:cxnLst/>
              <a:rect l="l" t="t" r="r" b="b"/>
              <a:pathLst>
                <a:path w="4917766" h="882695">
                  <a:moveTo>
                    <a:pt x="0" y="0"/>
                  </a:moveTo>
                  <a:lnTo>
                    <a:pt x="4917766" y="0"/>
                  </a:lnTo>
                  <a:lnTo>
                    <a:pt x="4917766" y="882695"/>
                  </a:lnTo>
                  <a:lnTo>
                    <a:pt x="0" y="882695"/>
                  </a:lnTo>
                  <a:close/>
                </a:path>
              </a:pathLst>
            </a:custGeom>
            <a:solidFill>
              <a:srgbClr val="101D56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917766" cy="9303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0376994" y="4795843"/>
            <a:ext cx="1431563" cy="1383524"/>
          </a:xfrm>
          <a:custGeom>
            <a:avLst/>
            <a:gdLst/>
            <a:ahLst/>
            <a:cxnLst/>
            <a:rect l="l" t="t" r="r" b="b"/>
            <a:pathLst>
              <a:path w="1431563" h="1383524">
                <a:moveTo>
                  <a:pt x="0" y="0"/>
                </a:moveTo>
                <a:lnTo>
                  <a:pt x="1431563" y="0"/>
                </a:lnTo>
                <a:lnTo>
                  <a:pt x="1431563" y="1383524"/>
                </a:lnTo>
                <a:lnTo>
                  <a:pt x="0" y="13835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>
            <a:off x="10461984" y="7178266"/>
            <a:ext cx="1270428" cy="1688502"/>
          </a:xfrm>
          <a:custGeom>
            <a:avLst/>
            <a:gdLst/>
            <a:ahLst/>
            <a:cxnLst/>
            <a:rect l="l" t="t" r="r" b="b"/>
            <a:pathLst>
              <a:path w="1270428" h="1688502">
                <a:moveTo>
                  <a:pt x="0" y="0"/>
                </a:moveTo>
                <a:lnTo>
                  <a:pt x="1270427" y="0"/>
                </a:lnTo>
                <a:lnTo>
                  <a:pt x="1270427" y="1688502"/>
                </a:lnTo>
                <a:lnTo>
                  <a:pt x="0" y="16885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2332835" y="7400695"/>
            <a:ext cx="1144119" cy="1337997"/>
          </a:xfrm>
          <a:custGeom>
            <a:avLst/>
            <a:gdLst/>
            <a:ahLst/>
            <a:cxnLst/>
            <a:rect l="l" t="t" r="r" b="b"/>
            <a:pathLst>
              <a:path w="1144119" h="1337997">
                <a:moveTo>
                  <a:pt x="0" y="0"/>
                </a:moveTo>
                <a:lnTo>
                  <a:pt x="1144119" y="0"/>
                </a:lnTo>
                <a:lnTo>
                  <a:pt x="1144119" y="1337997"/>
                </a:lnTo>
                <a:lnTo>
                  <a:pt x="0" y="13379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9" name="Freeform 9"/>
          <p:cNvSpPr/>
          <p:nvPr/>
        </p:nvSpPr>
        <p:spPr>
          <a:xfrm>
            <a:off x="2331035" y="4762129"/>
            <a:ext cx="1113226" cy="1113226"/>
          </a:xfrm>
          <a:custGeom>
            <a:avLst/>
            <a:gdLst/>
            <a:ahLst/>
            <a:cxnLst/>
            <a:rect l="l" t="t" r="r" b="b"/>
            <a:pathLst>
              <a:path w="1113226" h="1113226">
                <a:moveTo>
                  <a:pt x="0" y="0"/>
                </a:moveTo>
                <a:lnTo>
                  <a:pt x="1113226" y="0"/>
                </a:lnTo>
                <a:lnTo>
                  <a:pt x="1113226" y="1113226"/>
                </a:lnTo>
                <a:lnTo>
                  <a:pt x="0" y="111322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4601165" y="1701494"/>
            <a:ext cx="9085670" cy="813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093"/>
              </a:lnSpc>
            </a:pPr>
            <a:r>
              <a:rPr lang="en-US" sz="4352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FONCTIONNALITÉS PRINCIPALES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817847" y="4468392"/>
            <a:ext cx="2619334" cy="708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05"/>
              </a:lnSpc>
            </a:pPr>
            <a:r>
              <a:rPr lang="en-US" sz="2298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QUIZ PAR CATÉGORIE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091414" y="4468392"/>
            <a:ext cx="3455125" cy="708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05"/>
              </a:lnSpc>
            </a:pPr>
            <a:r>
              <a:rPr lang="en-US" sz="2298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CLASSEMENT EN TEMPS RÉEL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817847" y="7252827"/>
            <a:ext cx="3190843" cy="708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05"/>
              </a:lnSpc>
            </a:pPr>
            <a:r>
              <a:rPr lang="en-US" sz="2298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CHRONOMÈTRE PAR QUESTION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091414" y="7252827"/>
            <a:ext cx="3190843" cy="3654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05"/>
              </a:lnSpc>
            </a:pPr>
            <a:r>
              <a:rPr lang="en-US" sz="2298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CODE PIN UNIQUE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817847" y="5422503"/>
            <a:ext cx="2850385" cy="846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24"/>
              </a:lnSpc>
            </a:pPr>
            <a:r>
              <a:rPr lang="en-US" sz="2098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12 catégories thématiques pour tous les goûts et niveaux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091414" y="5422503"/>
            <a:ext cx="2850385" cy="846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24"/>
              </a:lnSpc>
            </a:pPr>
            <a:r>
              <a:rPr lang="en-US" sz="2098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Suivez votre position et celle des autres joueurs instantanément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817847" y="8206938"/>
            <a:ext cx="2850385" cy="846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24"/>
              </a:lnSpc>
            </a:pPr>
            <a:r>
              <a:rPr lang="en-US" sz="2098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Temps limité pour chaque question avec bonus rapidité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091414" y="8206938"/>
            <a:ext cx="2850385" cy="846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24"/>
              </a:lnSpc>
            </a:pPr>
            <a:r>
              <a:rPr lang="en-US" sz="2098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Code à 6 chiffres pour rejoindre un quiz facilement</a:t>
            </a:r>
          </a:p>
        </p:txBody>
      </p:sp>
      <p:sp>
        <p:nvSpPr>
          <p:cNvPr id="19" name="Freeform 19"/>
          <p:cNvSpPr/>
          <p:nvPr/>
        </p:nvSpPr>
        <p:spPr>
          <a:xfrm>
            <a:off x="1636143" y="1272896"/>
            <a:ext cx="665695" cy="649458"/>
          </a:xfrm>
          <a:custGeom>
            <a:avLst/>
            <a:gdLst/>
            <a:ahLst/>
            <a:cxnLst/>
            <a:rect l="l" t="t" r="r" b="b"/>
            <a:pathLst>
              <a:path w="665695" h="649458">
                <a:moveTo>
                  <a:pt x="0" y="0"/>
                </a:moveTo>
                <a:lnTo>
                  <a:pt x="665695" y="0"/>
                </a:lnTo>
                <a:lnTo>
                  <a:pt x="665695" y="649459"/>
                </a:lnTo>
                <a:lnTo>
                  <a:pt x="0" y="64945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2490734" y="1353360"/>
            <a:ext cx="2267979" cy="438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37"/>
              </a:lnSpc>
            </a:pPr>
            <a:r>
              <a:rPr lang="en-US" sz="2598" b="1">
                <a:solidFill>
                  <a:srgbClr val="FFFFFF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QuickQuiz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-640337" y="9600143"/>
            <a:ext cx="9274800" cy="2083136"/>
            <a:chOff x="0" y="0"/>
            <a:chExt cx="2442746" cy="548645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442746" cy="548645"/>
            </a:xfrm>
            <a:custGeom>
              <a:avLst/>
              <a:gdLst/>
              <a:ahLst/>
              <a:cxnLst/>
              <a:rect l="l" t="t" r="r" b="b"/>
              <a:pathLst>
                <a:path w="2442746" h="548645">
                  <a:moveTo>
                    <a:pt x="25042" y="0"/>
                  </a:moveTo>
                  <a:lnTo>
                    <a:pt x="2417704" y="0"/>
                  </a:lnTo>
                  <a:cubicBezTo>
                    <a:pt x="2431534" y="0"/>
                    <a:pt x="2442746" y="11212"/>
                    <a:pt x="2442746" y="25042"/>
                  </a:cubicBezTo>
                  <a:lnTo>
                    <a:pt x="2442746" y="523603"/>
                  </a:lnTo>
                  <a:cubicBezTo>
                    <a:pt x="2442746" y="530244"/>
                    <a:pt x="2440107" y="536614"/>
                    <a:pt x="2435411" y="541310"/>
                  </a:cubicBezTo>
                  <a:cubicBezTo>
                    <a:pt x="2430715" y="546006"/>
                    <a:pt x="2424345" y="548645"/>
                    <a:pt x="2417704" y="548645"/>
                  </a:cubicBezTo>
                  <a:lnTo>
                    <a:pt x="25042" y="548645"/>
                  </a:lnTo>
                  <a:cubicBezTo>
                    <a:pt x="18400" y="548645"/>
                    <a:pt x="12031" y="546006"/>
                    <a:pt x="7335" y="541310"/>
                  </a:cubicBezTo>
                  <a:cubicBezTo>
                    <a:pt x="2638" y="536614"/>
                    <a:pt x="0" y="530244"/>
                    <a:pt x="0" y="523603"/>
                  </a:cubicBezTo>
                  <a:lnTo>
                    <a:pt x="0" y="25042"/>
                  </a:lnTo>
                  <a:cubicBezTo>
                    <a:pt x="0" y="18400"/>
                    <a:pt x="2638" y="12031"/>
                    <a:pt x="7335" y="7335"/>
                  </a:cubicBezTo>
                  <a:cubicBezTo>
                    <a:pt x="12031" y="2638"/>
                    <a:pt x="18400" y="0"/>
                    <a:pt x="25042" y="0"/>
                  </a:cubicBezTo>
                  <a:close/>
                </a:path>
              </a:pathLst>
            </a:custGeom>
            <a:solidFill>
              <a:srgbClr val="101D56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2442746" cy="5962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24" name="Freeform 24"/>
          <p:cNvSpPr/>
          <p:nvPr/>
        </p:nvSpPr>
        <p:spPr>
          <a:xfrm>
            <a:off x="15809935" y="38089"/>
            <a:ext cx="2442384" cy="2485888"/>
          </a:xfrm>
          <a:custGeom>
            <a:avLst/>
            <a:gdLst/>
            <a:ahLst/>
            <a:cxnLst/>
            <a:rect l="l" t="t" r="r" b="b"/>
            <a:pathLst>
              <a:path w="2442384" h="2485888">
                <a:moveTo>
                  <a:pt x="0" y="0"/>
                </a:moveTo>
                <a:lnTo>
                  <a:pt x="2442384" y="0"/>
                </a:lnTo>
                <a:lnTo>
                  <a:pt x="2442384" y="2485888"/>
                </a:lnTo>
                <a:lnTo>
                  <a:pt x="0" y="248588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7999"/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66" b="-666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192071" y="0"/>
            <a:ext cx="18672141" cy="3351483"/>
            <a:chOff x="0" y="0"/>
            <a:chExt cx="4917766" cy="88269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917766" cy="882695"/>
            </a:xfrm>
            <a:custGeom>
              <a:avLst/>
              <a:gdLst/>
              <a:ahLst/>
              <a:cxnLst/>
              <a:rect l="l" t="t" r="r" b="b"/>
              <a:pathLst>
                <a:path w="4917766" h="882695">
                  <a:moveTo>
                    <a:pt x="0" y="0"/>
                  </a:moveTo>
                  <a:lnTo>
                    <a:pt x="4917766" y="0"/>
                  </a:lnTo>
                  <a:lnTo>
                    <a:pt x="4917766" y="882695"/>
                  </a:lnTo>
                  <a:lnTo>
                    <a:pt x="0" y="882695"/>
                  </a:lnTo>
                  <a:close/>
                </a:path>
              </a:pathLst>
            </a:custGeom>
            <a:solidFill>
              <a:srgbClr val="101D56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917766" cy="9303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343885" y="3961421"/>
            <a:ext cx="4514559" cy="786227"/>
            <a:chOff x="0" y="0"/>
            <a:chExt cx="1189020" cy="20707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89020" cy="207072"/>
            </a:xfrm>
            <a:custGeom>
              <a:avLst/>
              <a:gdLst/>
              <a:ahLst/>
              <a:cxnLst/>
              <a:rect l="l" t="t" r="r" b="b"/>
              <a:pathLst>
                <a:path w="1189020" h="207072">
                  <a:moveTo>
                    <a:pt x="39442" y="0"/>
                  </a:moveTo>
                  <a:lnTo>
                    <a:pt x="1149578" y="0"/>
                  </a:lnTo>
                  <a:cubicBezTo>
                    <a:pt x="1160038" y="0"/>
                    <a:pt x="1170071" y="4156"/>
                    <a:pt x="1177467" y="11552"/>
                  </a:cubicBezTo>
                  <a:cubicBezTo>
                    <a:pt x="1184864" y="18949"/>
                    <a:pt x="1189020" y="28981"/>
                    <a:pt x="1189020" y="39442"/>
                  </a:cubicBezTo>
                  <a:lnTo>
                    <a:pt x="1189020" y="167630"/>
                  </a:lnTo>
                  <a:cubicBezTo>
                    <a:pt x="1189020" y="178091"/>
                    <a:pt x="1184864" y="188123"/>
                    <a:pt x="1177467" y="195520"/>
                  </a:cubicBezTo>
                  <a:cubicBezTo>
                    <a:pt x="1170071" y="202917"/>
                    <a:pt x="1160038" y="207072"/>
                    <a:pt x="1149578" y="207072"/>
                  </a:cubicBezTo>
                  <a:lnTo>
                    <a:pt x="39442" y="207072"/>
                  </a:lnTo>
                  <a:cubicBezTo>
                    <a:pt x="28981" y="207072"/>
                    <a:pt x="18949" y="202917"/>
                    <a:pt x="11552" y="195520"/>
                  </a:cubicBezTo>
                  <a:cubicBezTo>
                    <a:pt x="4156" y="188123"/>
                    <a:pt x="0" y="178091"/>
                    <a:pt x="0" y="167630"/>
                  </a:cubicBezTo>
                  <a:lnTo>
                    <a:pt x="0" y="39442"/>
                  </a:lnTo>
                  <a:cubicBezTo>
                    <a:pt x="0" y="28981"/>
                    <a:pt x="4156" y="18949"/>
                    <a:pt x="11552" y="11552"/>
                  </a:cubicBezTo>
                  <a:cubicBezTo>
                    <a:pt x="18949" y="4156"/>
                    <a:pt x="28981" y="0"/>
                    <a:pt x="39442" y="0"/>
                  </a:cubicBezTo>
                  <a:close/>
                </a:path>
              </a:pathLst>
            </a:custGeom>
            <a:solidFill>
              <a:srgbClr val="101D56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189020" cy="2546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1429555" y="3961421"/>
            <a:ext cx="4514559" cy="786227"/>
            <a:chOff x="0" y="0"/>
            <a:chExt cx="1189020" cy="20707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89020" cy="207072"/>
            </a:xfrm>
            <a:custGeom>
              <a:avLst/>
              <a:gdLst/>
              <a:ahLst/>
              <a:cxnLst/>
              <a:rect l="l" t="t" r="r" b="b"/>
              <a:pathLst>
                <a:path w="1189020" h="207072">
                  <a:moveTo>
                    <a:pt x="39442" y="0"/>
                  </a:moveTo>
                  <a:lnTo>
                    <a:pt x="1149578" y="0"/>
                  </a:lnTo>
                  <a:cubicBezTo>
                    <a:pt x="1160038" y="0"/>
                    <a:pt x="1170071" y="4156"/>
                    <a:pt x="1177467" y="11552"/>
                  </a:cubicBezTo>
                  <a:cubicBezTo>
                    <a:pt x="1184864" y="18949"/>
                    <a:pt x="1189020" y="28981"/>
                    <a:pt x="1189020" y="39442"/>
                  </a:cubicBezTo>
                  <a:lnTo>
                    <a:pt x="1189020" y="167630"/>
                  </a:lnTo>
                  <a:cubicBezTo>
                    <a:pt x="1189020" y="178091"/>
                    <a:pt x="1184864" y="188123"/>
                    <a:pt x="1177467" y="195520"/>
                  </a:cubicBezTo>
                  <a:cubicBezTo>
                    <a:pt x="1170071" y="202917"/>
                    <a:pt x="1160038" y="207072"/>
                    <a:pt x="1149578" y="207072"/>
                  </a:cubicBezTo>
                  <a:lnTo>
                    <a:pt x="39442" y="207072"/>
                  </a:lnTo>
                  <a:cubicBezTo>
                    <a:pt x="28981" y="207072"/>
                    <a:pt x="18949" y="202917"/>
                    <a:pt x="11552" y="195520"/>
                  </a:cubicBezTo>
                  <a:cubicBezTo>
                    <a:pt x="4156" y="188123"/>
                    <a:pt x="0" y="178091"/>
                    <a:pt x="0" y="167630"/>
                  </a:cubicBezTo>
                  <a:lnTo>
                    <a:pt x="0" y="39442"/>
                  </a:lnTo>
                  <a:cubicBezTo>
                    <a:pt x="0" y="28981"/>
                    <a:pt x="4156" y="18949"/>
                    <a:pt x="11552" y="11552"/>
                  </a:cubicBezTo>
                  <a:cubicBezTo>
                    <a:pt x="18949" y="4156"/>
                    <a:pt x="28981" y="0"/>
                    <a:pt x="39442" y="0"/>
                  </a:cubicBezTo>
                  <a:close/>
                </a:path>
              </a:pathLst>
            </a:custGeom>
            <a:solidFill>
              <a:srgbClr val="101D56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189020" cy="2546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1429555" y="6613318"/>
            <a:ext cx="4514559" cy="786227"/>
            <a:chOff x="0" y="0"/>
            <a:chExt cx="1189020" cy="20707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89020" cy="207072"/>
            </a:xfrm>
            <a:custGeom>
              <a:avLst/>
              <a:gdLst/>
              <a:ahLst/>
              <a:cxnLst/>
              <a:rect l="l" t="t" r="r" b="b"/>
              <a:pathLst>
                <a:path w="1189020" h="207072">
                  <a:moveTo>
                    <a:pt x="39442" y="0"/>
                  </a:moveTo>
                  <a:lnTo>
                    <a:pt x="1149578" y="0"/>
                  </a:lnTo>
                  <a:cubicBezTo>
                    <a:pt x="1160038" y="0"/>
                    <a:pt x="1170071" y="4156"/>
                    <a:pt x="1177467" y="11552"/>
                  </a:cubicBezTo>
                  <a:cubicBezTo>
                    <a:pt x="1184864" y="18949"/>
                    <a:pt x="1189020" y="28981"/>
                    <a:pt x="1189020" y="39442"/>
                  </a:cubicBezTo>
                  <a:lnTo>
                    <a:pt x="1189020" y="167630"/>
                  </a:lnTo>
                  <a:cubicBezTo>
                    <a:pt x="1189020" y="178091"/>
                    <a:pt x="1184864" y="188123"/>
                    <a:pt x="1177467" y="195520"/>
                  </a:cubicBezTo>
                  <a:cubicBezTo>
                    <a:pt x="1170071" y="202917"/>
                    <a:pt x="1160038" y="207072"/>
                    <a:pt x="1149578" y="207072"/>
                  </a:cubicBezTo>
                  <a:lnTo>
                    <a:pt x="39442" y="207072"/>
                  </a:lnTo>
                  <a:cubicBezTo>
                    <a:pt x="28981" y="207072"/>
                    <a:pt x="18949" y="202917"/>
                    <a:pt x="11552" y="195520"/>
                  </a:cubicBezTo>
                  <a:cubicBezTo>
                    <a:pt x="4156" y="188123"/>
                    <a:pt x="0" y="178091"/>
                    <a:pt x="0" y="167630"/>
                  </a:cubicBezTo>
                  <a:lnTo>
                    <a:pt x="0" y="39442"/>
                  </a:lnTo>
                  <a:cubicBezTo>
                    <a:pt x="0" y="28981"/>
                    <a:pt x="4156" y="18949"/>
                    <a:pt x="11552" y="11552"/>
                  </a:cubicBezTo>
                  <a:cubicBezTo>
                    <a:pt x="18949" y="4156"/>
                    <a:pt x="28981" y="0"/>
                    <a:pt x="39442" y="0"/>
                  </a:cubicBezTo>
                  <a:close/>
                </a:path>
              </a:pathLst>
            </a:custGeom>
            <a:solidFill>
              <a:srgbClr val="101D56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1189020" cy="2546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2343885" y="6718206"/>
            <a:ext cx="4514559" cy="786227"/>
            <a:chOff x="0" y="0"/>
            <a:chExt cx="1189020" cy="20707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89020" cy="207072"/>
            </a:xfrm>
            <a:custGeom>
              <a:avLst/>
              <a:gdLst/>
              <a:ahLst/>
              <a:cxnLst/>
              <a:rect l="l" t="t" r="r" b="b"/>
              <a:pathLst>
                <a:path w="1189020" h="207072">
                  <a:moveTo>
                    <a:pt x="39442" y="0"/>
                  </a:moveTo>
                  <a:lnTo>
                    <a:pt x="1149578" y="0"/>
                  </a:lnTo>
                  <a:cubicBezTo>
                    <a:pt x="1160038" y="0"/>
                    <a:pt x="1170071" y="4156"/>
                    <a:pt x="1177467" y="11552"/>
                  </a:cubicBezTo>
                  <a:cubicBezTo>
                    <a:pt x="1184864" y="18949"/>
                    <a:pt x="1189020" y="28981"/>
                    <a:pt x="1189020" y="39442"/>
                  </a:cubicBezTo>
                  <a:lnTo>
                    <a:pt x="1189020" y="167630"/>
                  </a:lnTo>
                  <a:cubicBezTo>
                    <a:pt x="1189020" y="178091"/>
                    <a:pt x="1184864" y="188123"/>
                    <a:pt x="1177467" y="195520"/>
                  </a:cubicBezTo>
                  <a:cubicBezTo>
                    <a:pt x="1170071" y="202917"/>
                    <a:pt x="1160038" y="207072"/>
                    <a:pt x="1149578" y="207072"/>
                  </a:cubicBezTo>
                  <a:lnTo>
                    <a:pt x="39442" y="207072"/>
                  </a:lnTo>
                  <a:cubicBezTo>
                    <a:pt x="28981" y="207072"/>
                    <a:pt x="18949" y="202917"/>
                    <a:pt x="11552" y="195520"/>
                  </a:cubicBezTo>
                  <a:cubicBezTo>
                    <a:pt x="4156" y="188123"/>
                    <a:pt x="0" y="178091"/>
                    <a:pt x="0" y="167630"/>
                  </a:cubicBezTo>
                  <a:lnTo>
                    <a:pt x="0" y="39442"/>
                  </a:lnTo>
                  <a:cubicBezTo>
                    <a:pt x="0" y="28981"/>
                    <a:pt x="4156" y="18949"/>
                    <a:pt x="11552" y="11552"/>
                  </a:cubicBezTo>
                  <a:cubicBezTo>
                    <a:pt x="18949" y="4156"/>
                    <a:pt x="28981" y="0"/>
                    <a:pt x="39442" y="0"/>
                  </a:cubicBezTo>
                  <a:close/>
                </a:path>
              </a:pathLst>
            </a:custGeom>
            <a:solidFill>
              <a:srgbClr val="101D56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1189020" cy="2546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4601165" y="1580491"/>
            <a:ext cx="9085670" cy="813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093"/>
              </a:lnSpc>
            </a:pPr>
            <a:r>
              <a:rPr lang="en-US" sz="4352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FONCTIONNALITÉS PRINCIPALES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343885" y="4120236"/>
            <a:ext cx="4514559" cy="419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50"/>
              </a:lnSpc>
            </a:pPr>
            <a:r>
              <a:rPr lang="en-US" sz="2250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CRÉATION DE QUIZ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830401" y="4120236"/>
            <a:ext cx="3712867" cy="419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50"/>
              </a:lnSpc>
            </a:pPr>
            <a:r>
              <a:rPr lang="en-US" sz="2250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PROFIL UTILISATEUR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606851" y="6772133"/>
            <a:ext cx="4159968" cy="419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50"/>
              </a:lnSpc>
            </a:pPr>
            <a:r>
              <a:rPr lang="en-US" sz="2250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BADGES &amp; RÉCOMPENSES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053069" y="6815984"/>
            <a:ext cx="3096192" cy="6115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60"/>
              </a:lnSpc>
            </a:pPr>
            <a:r>
              <a:rPr lang="en-US" sz="2250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PERSONNALISATION</a:t>
            </a:r>
          </a:p>
          <a:p>
            <a:pPr marL="0" lvl="0" indent="0" algn="ctr">
              <a:lnSpc>
                <a:spcPts val="2160"/>
              </a:lnSpc>
            </a:pPr>
            <a:r>
              <a:rPr lang="en-US" sz="2250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COMPLÈTE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744732" y="5060563"/>
            <a:ext cx="3712867" cy="1420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03"/>
              </a:lnSpc>
            </a:pPr>
            <a:r>
              <a:rPr lang="en-US" sz="2400" dirty="0">
                <a:solidFill>
                  <a:schemeClr val="bg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✏️ </a:t>
            </a:r>
            <a:r>
              <a:rPr lang="en-US" sz="2400" dirty="0" err="1">
                <a:solidFill>
                  <a:schemeClr val="bg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Créez</a:t>
            </a:r>
            <a:r>
              <a:rPr lang="en-US" sz="2400" dirty="0">
                <a:solidFill>
                  <a:schemeClr val="bg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vos</a:t>
            </a:r>
            <a:r>
              <a:rPr lang="en-US" sz="2400" dirty="0">
                <a:solidFill>
                  <a:schemeClr val="bg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propres</a:t>
            </a:r>
            <a:r>
              <a:rPr lang="en-US" sz="2400" dirty="0">
                <a:solidFill>
                  <a:schemeClr val="bg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quiz avec questions </a:t>
            </a:r>
            <a:r>
              <a:rPr lang="en-US" sz="2400" dirty="0" err="1">
                <a:solidFill>
                  <a:schemeClr val="bg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personnalisées</a:t>
            </a:r>
            <a:r>
              <a:rPr lang="en-US" sz="2400" dirty="0">
                <a:solidFill>
                  <a:schemeClr val="bg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, </a:t>
            </a:r>
            <a:r>
              <a:rPr lang="en-US" sz="2400" dirty="0" err="1">
                <a:solidFill>
                  <a:schemeClr val="bg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chronomètres</a:t>
            </a:r>
            <a:r>
              <a:rPr lang="en-US" sz="2400" dirty="0">
                <a:solidFill>
                  <a:schemeClr val="bg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et </a:t>
            </a:r>
            <a:r>
              <a:rPr lang="en-US" sz="2400" dirty="0" err="1">
                <a:solidFill>
                  <a:schemeClr val="bg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niveaux</a:t>
            </a:r>
            <a:r>
              <a:rPr lang="en-US" sz="2400" dirty="0">
                <a:solidFill>
                  <a:schemeClr val="bg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de </a:t>
            </a:r>
            <a:r>
              <a:rPr lang="en-US" sz="2400" dirty="0" err="1">
                <a:solidFill>
                  <a:schemeClr val="bg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difficulté</a:t>
            </a:r>
            <a:r>
              <a:rPr lang="en-US" sz="2400" dirty="0">
                <a:solidFill>
                  <a:schemeClr val="bg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adaptés</a:t>
            </a:r>
            <a:r>
              <a:rPr lang="en-US" sz="2400" dirty="0">
                <a:solidFill>
                  <a:schemeClr val="bg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830401" y="5060563"/>
            <a:ext cx="3712867" cy="1138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03"/>
              </a:lnSpc>
            </a:pPr>
            <a:r>
              <a:rPr lang="en-US" sz="2400" dirty="0">
                <a:solidFill>
                  <a:schemeClr val="bg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🏆 Suivez </a:t>
            </a:r>
            <a:r>
              <a:rPr lang="en-US" sz="2400" dirty="0" err="1">
                <a:solidFill>
                  <a:schemeClr val="bg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vos</a:t>
            </a:r>
            <a:r>
              <a:rPr lang="en-US" sz="2400" dirty="0">
                <a:solidFill>
                  <a:schemeClr val="bg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statistiques</a:t>
            </a:r>
            <a:r>
              <a:rPr lang="en-US" sz="2400" dirty="0">
                <a:solidFill>
                  <a:schemeClr val="bg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, </a:t>
            </a:r>
            <a:r>
              <a:rPr lang="en-US" sz="2400" dirty="0" err="1">
                <a:solidFill>
                  <a:schemeClr val="bg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historique</a:t>
            </a:r>
            <a:r>
              <a:rPr lang="en-US" sz="2400" dirty="0">
                <a:solidFill>
                  <a:schemeClr val="bg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de quiz et progression avec un </a:t>
            </a:r>
            <a:r>
              <a:rPr lang="en-US" sz="2400" dirty="0" err="1">
                <a:solidFill>
                  <a:schemeClr val="bg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profil</a:t>
            </a:r>
            <a:r>
              <a:rPr lang="en-US" sz="2400" dirty="0">
                <a:solidFill>
                  <a:schemeClr val="bg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dédié</a:t>
            </a:r>
            <a:r>
              <a:rPr lang="en-US" sz="2400" dirty="0">
                <a:solidFill>
                  <a:schemeClr val="bg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830401" y="7845759"/>
            <a:ext cx="3712867" cy="1138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03"/>
              </a:lnSpc>
            </a:pPr>
            <a:r>
              <a:rPr lang="en-US" sz="2400" dirty="0">
                <a:solidFill>
                  <a:schemeClr val="bg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⭐ </a:t>
            </a:r>
            <a:r>
              <a:rPr lang="en-US" sz="2400" dirty="0" err="1">
                <a:solidFill>
                  <a:schemeClr val="bg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Débloquez</a:t>
            </a:r>
            <a:r>
              <a:rPr lang="en-US" sz="2400" dirty="0">
                <a:solidFill>
                  <a:schemeClr val="bg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des badges </a:t>
            </a:r>
            <a:r>
              <a:rPr lang="en-US" sz="2400" dirty="0" err="1">
                <a:solidFill>
                  <a:schemeClr val="bg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exclusifs</a:t>
            </a:r>
            <a:r>
              <a:rPr lang="en-US" sz="2400" dirty="0">
                <a:solidFill>
                  <a:schemeClr val="bg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: Premier Quiz, Quiz Master, </a:t>
            </a:r>
            <a:r>
              <a:rPr lang="en-US" sz="2400" dirty="0" err="1">
                <a:solidFill>
                  <a:schemeClr val="bg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Créateur</a:t>
            </a:r>
            <a:r>
              <a:rPr lang="en-US" sz="2400" dirty="0">
                <a:solidFill>
                  <a:schemeClr val="bg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, Parfait, </a:t>
            </a:r>
            <a:r>
              <a:rPr lang="en-US" sz="2400" dirty="0" err="1">
                <a:solidFill>
                  <a:schemeClr val="bg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Rapide</a:t>
            </a:r>
            <a:r>
              <a:rPr lang="en-US" sz="2400" dirty="0">
                <a:solidFill>
                  <a:schemeClr val="bg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, </a:t>
            </a:r>
            <a:r>
              <a:rPr lang="en-US" sz="2400" dirty="0" err="1">
                <a:solidFill>
                  <a:schemeClr val="bg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Érudit</a:t>
            </a:r>
            <a:r>
              <a:rPr lang="en-US" sz="2400" dirty="0">
                <a:solidFill>
                  <a:schemeClr val="bg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744732" y="7845759"/>
            <a:ext cx="3712867" cy="1138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03"/>
              </a:lnSpc>
            </a:pPr>
            <a:r>
              <a:rPr lang="en-US" sz="2400" dirty="0">
                <a:solidFill>
                  <a:schemeClr val="bg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🎨 </a:t>
            </a:r>
            <a:r>
              <a:rPr lang="en-US" sz="2400" dirty="0" err="1">
                <a:solidFill>
                  <a:schemeClr val="bg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Choisissez</a:t>
            </a:r>
            <a:r>
              <a:rPr lang="en-US" sz="2400" dirty="0">
                <a:solidFill>
                  <a:schemeClr val="bg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catégories</a:t>
            </a:r>
            <a:r>
              <a:rPr lang="en-US" sz="2400" dirty="0">
                <a:solidFill>
                  <a:schemeClr val="bg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, types de questions (QCM, Vrai/Faux, Réponse </a:t>
            </a:r>
            <a:r>
              <a:rPr lang="en-US" sz="2400" dirty="0" err="1">
                <a:solidFill>
                  <a:schemeClr val="bg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courte</a:t>
            </a:r>
            <a:r>
              <a:rPr lang="en-US" sz="2400" dirty="0">
                <a:solidFill>
                  <a:schemeClr val="bg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) et </a:t>
            </a:r>
            <a:r>
              <a:rPr lang="en-US" sz="2400" dirty="0" err="1">
                <a:solidFill>
                  <a:schemeClr val="bg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paramètres</a:t>
            </a:r>
            <a:r>
              <a:rPr lang="en-US" sz="2400" dirty="0">
                <a:solidFill>
                  <a:schemeClr val="bg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490734" y="1353360"/>
            <a:ext cx="2267979" cy="430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61"/>
              </a:lnSpc>
            </a:pPr>
            <a:r>
              <a:rPr lang="en-US" sz="2543" b="1">
                <a:solidFill>
                  <a:srgbClr val="FFFFFF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QuickQuiz ⚡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11429555" y="9600143"/>
            <a:ext cx="9274800" cy="2083136"/>
            <a:chOff x="0" y="0"/>
            <a:chExt cx="2442746" cy="548645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442746" cy="548645"/>
            </a:xfrm>
            <a:custGeom>
              <a:avLst/>
              <a:gdLst/>
              <a:ahLst/>
              <a:cxnLst/>
              <a:rect l="l" t="t" r="r" b="b"/>
              <a:pathLst>
                <a:path w="2442746" h="548645">
                  <a:moveTo>
                    <a:pt x="25042" y="0"/>
                  </a:moveTo>
                  <a:lnTo>
                    <a:pt x="2417704" y="0"/>
                  </a:lnTo>
                  <a:cubicBezTo>
                    <a:pt x="2431534" y="0"/>
                    <a:pt x="2442746" y="11212"/>
                    <a:pt x="2442746" y="25042"/>
                  </a:cubicBezTo>
                  <a:lnTo>
                    <a:pt x="2442746" y="523603"/>
                  </a:lnTo>
                  <a:cubicBezTo>
                    <a:pt x="2442746" y="530244"/>
                    <a:pt x="2440107" y="536614"/>
                    <a:pt x="2435411" y="541310"/>
                  </a:cubicBezTo>
                  <a:cubicBezTo>
                    <a:pt x="2430715" y="546006"/>
                    <a:pt x="2424345" y="548645"/>
                    <a:pt x="2417704" y="548645"/>
                  </a:cubicBezTo>
                  <a:lnTo>
                    <a:pt x="25042" y="548645"/>
                  </a:lnTo>
                  <a:cubicBezTo>
                    <a:pt x="18400" y="548645"/>
                    <a:pt x="12031" y="546006"/>
                    <a:pt x="7335" y="541310"/>
                  </a:cubicBezTo>
                  <a:cubicBezTo>
                    <a:pt x="2638" y="536614"/>
                    <a:pt x="0" y="530244"/>
                    <a:pt x="0" y="523603"/>
                  </a:cubicBezTo>
                  <a:lnTo>
                    <a:pt x="0" y="25042"/>
                  </a:lnTo>
                  <a:cubicBezTo>
                    <a:pt x="0" y="18400"/>
                    <a:pt x="2638" y="12031"/>
                    <a:pt x="7335" y="7335"/>
                  </a:cubicBezTo>
                  <a:cubicBezTo>
                    <a:pt x="12031" y="2638"/>
                    <a:pt x="18400" y="0"/>
                    <a:pt x="25042" y="0"/>
                  </a:cubicBezTo>
                  <a:close/>
                </a:path>
              </a:pathLst>
            </a:custGeom>
            <a:solidFill>
              <a:srgbClr val="101D56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0" y="-47625"/>
              <a:ext cx="2442746" cy="5962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31" name="Freeform 31"/>
          <p:cNvSpPr/>
          <p:nvPr/>
        </p:nvSpPr>
        <p:spPr>
          <a:xfrm>
            <a:off x="15620271" y="-242477"/>
            <a:ext cx="2616076" cy="3095948"/>
          </a:xfrm>
          <a:custGeom>
            <a:avLst/>
            <a:gdLst/>
            <a:ahLst/>
            <a:cxnLst/>
            <a:rect l="l" t="t" r="r" b="b"/>
            <a:pathLst>
              <a:path w="2616076" h="3095948">
                <a:moveTo>
                  <a:pt x="0" y="0"/>
                </a:moveTo>
                <a:lnTo>
                  <a:pt x="2616076" y="0"/>
                </a:lnTo>
                <a:lnTo>
                  <a:pt x="2616076" y="3095948"/>
                </a:lnTo>
                <a:lnTo>
                  <a:pt x="0" y="30959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999"/>
            </a:blip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1636143" y="1272896"/>
            <a:ext cx="665695" cy="649458"/>
          </a:xfrm>
          <a:custGeom>
            <a:avLst/>
            <a:gdLst/>
            <a:ahLst/>
            <a:cxnLst/>
            <a:rect l="l" t="t" r="r" b="b"/>
            <a:pathLst>
              <a:path w="665695" h="649458">
                <a:moveTo>
                  <a:pt x="0" y="0"/>
                </a:moveTo>
                <a:lnTo>
                  <a:pt x="665695" y="0"/>
                </a:lnTo>
                <a:lnTo>
                  <a:pt x="665695" y="649459"/>
                </a:lnTo>
                <a:lnTo>
                  <a:pt x="0" y="6494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66" b="-666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924115" y="6390166"/>
            <a:ext cx="20136229" cy="4506944"/>
            <a:chOff x="0" y="0"/>
            <a:chExt cx="5303369" cy="118701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303369" cy="1187014"/>
            </a:xfrm>
            <a:custGeom>
              <a:avLst/>
              <a:gdLst/>
              <a:ahLst/>
              <a:cxnLst/>
              <a:rect l="l" t="t" r="r" b="b"/>
              <a:pathLst>
                <a:path w="5303369" h="1187014">
                  <a:moveTo>
                    <a:pt x="0" y="0"/>
                  </a:moveTo>
                  <a:lnTo>
                    <a:pt x="5303369" y="0"/>
                  </a:lnTo>
                  <a:lnTo>
                    <a:pt x="5303369" y="1187014"/>
                  </a:lnTo>
                  <a:lnTo>
                    <a:pt x="0" y="1187014"/>
                  </a:lnTo>
                  <a:close/>
                </a:path>
              </a:pathLst>
            </a:custGeom>
            <a:solidFill>
              <a:srgbClr val="101D56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5303369" cy="12346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169094" y="4752104"/>
            <a:ext cx="3910371" cy="2039244"/>
            <a:chOff x="0" y="0"/>
            <a:chExt cx="1029892" cy="53708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29892" cy="537085"/>
            </a:xfrm>
            <a:custGeom>
              <a:avLst/>
              <a:gdLst/>
              <a:ahLst/>
              <a:cxnLst/>
              <a:rect l="l" t="t" r="r" b="b"/>
              <a:pathLst>
                <a:path w="1029892" h="537085">
                  <a:moveTo>
                    <a:pt x="43557" y="0"/>
                  </a:moveTo>
                  <a:lnTo>
                    <a:pt x="986336" y="0"/>
                  </a:lnTo>
                  <a:cubicBezTo>
                    <a:pt x="1010391" y="0"/>
                    <a:pt x="1029892" y="19501"/>
                    <a:pt x="1029892" y="43557"/>
                  </a:cubicBezTo>
                  <a:lnTo>
                    <a:pt x="1029892" y="493528"/>
                  </a:lnTo>
                  <a:cubicBezTo>
                    <a:pt x="1029892" y="517584"/>
                    <a:pt x="1010391" y="537085"/>
                    <a:pt x="986336" y="537085"/>
                  </a:cubicBezTo>
                  <a:lnTo>
                    <a:pt x="43557" y="537085"/>
                  </a:lnTo>
                  <a:cubicBezTo>
                    <a:pt x="19501" y="537085"/>
                    <a:pt x="0" y="517584"/>
                    <a:pt x="0" y="493528"/>
                  </a:cubicBezTo>
                  <a:lnTo>
                    <a:pt x="0" y="43557"/>
                  </a:lnTo>
                  <a:cubicBezTo>
                    <a:pt x="0" y="19501"/>
                    <a:pt x="19501" y="0"/>
                    <a:pt x="43557" y="0"/>
                  </a:cubicBezTo>
                  <a:close/>
                </a:path>
              </a:pathLst>
            </a:custGeom>
            <a:solidFill>
              <a:srgbClr val="3A6B95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029892" cy="5847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188814" y="4752104"/>
            <a:ext cx="3910371" cy="2039244"/>
            <a:chOff x="0" y="0"/>
            <a:chExt cx="1029892" cy="53708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29892" cy="537085"/>
            </a:xfrm>
            <a:custGeom>
              <a:avLst/>
              <a:gdLst/>
              <a:ahLst/>
              <a:cxnLst/>
              <a:rect l="l" t="t" r="r" b="b"/>
              <a:pathLst>
                <a:path w="1029892" h="537085">
                  <a:moveTo>
                    <a:pt x="43557" y="0"/>
                  </a:moveTo>
                  <a:lnTo>
                    <a:pt x="986336" y="0"/>
                  </a:lnTo>
                  <a:cubicBezTo>
                    <a:pt x="1010391" y="0"/>
                    <a:pt x="1029892" y="19501"/>
                    <a:pt x="1029892" y="43557"/>
                  </a:cubicBezTo>
                  <a:lnTo>
                    <a:pt x="1029892" y="493528"/>
                  </a:lnTo>
                  <a:cubicBezTo>
                    <a:pt x="1029892" y="517584"/>
                    <a:pt x="1010391" y="537085"/>
                    <a:pt x="986336" y="537085"/>
                  </a:cubicBezTo>
                  <a:lnTo>
                    <a:pt x="43557" y="537085"/>
                  </a:lnTo>
                  <a:cubicBezTo>
                    <a:pt x="19501" y="537085"/>
                    <a:pt x="0" y="517584"/>
                    <a:pt x="0" y="493528"/>
                  </a:cubicBezTo>
                  <a:lnTo>
                    <a:pt x="0" y="43557"/>
                  </a:lnTo>
                  <a:cubicBezTo>
                    <a:pt x="0" y="19501"/>
                    <a:pt x="19501" y="0"/>
                    <a:pt x="43557" y="0"/>
                  </a:cubicBezTo>
                  <a:close/>
                </a:path>
              </a:pathLst>
            </a:custGeom>
            <a:solidFill>
              <a:srgbClr val="3A6B95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029892" cy="5847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204086" y="4752104"/>
            <a:ext cx="3910371" cy="2039244"/>
            <a:chOff x="0" y="0"/>
            <a:chExt cx="1029892" cy="53708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29892" cy="537085"/>
            </a:xfrm>
            <a:custGeom>
              <a:avLst/>
              <a:gdLst/>
              <a:ahLst/>
              <a:cxnLst/>
              <a:rect l="l" t="t" r="r" b="b"/>
              <a:pathLst>
                <a:path w="1029892" h="537085">
                  <a:moveTo>
                    <a:pt x="43557" y="0"/>
                  </a:moveTo>
                  <a:lnTo>
                    <a:pt x="986336" y="0"/>
                  </a:lnTo>
                  <a:cubicBezTo>
                    <a:pt x="1010391" y="0"/>
                    <a:pt x="1029892" y="19501"/>
                    <a:pt x="1029892" y="43557"/>
                  </a:cubicBezTo>
                  <a:lnTo>
                    <a:pt x="1029892" y="493528"/>
                  </a:lnTo>
                  <a:cubicBezTo>
                    <a:pt x="1029892" y="517584"/>
                    <a:pt x="1010391" y="537085"/>
                    <a:pt x="986336" y="537085"/>
                  </a:cubicBezTo>
                  <a:lnTo>
                    <a:pt x="43557" y="537085"/>
                  </a:lnTo>
                  <a:cubicBezTo>
                    <a:pt x="19501" y="537085"/>
                    <a:pt x="0" y="517584"/>
                    <a:pt x="0" y="493528"/>
                  </a:cubicBezTo>
                  <a:lnTo>
                    <a:pt x="0" y="43557"/>
                  </a:lnTo>
                  <a:cubicBezTo>
                    <a:pt x="0" y="19501"/>
                    <a:pt x="19501" y="0"/>
                    <a:pt x="43557" y="0"/>
                  </a:cubicBezTo>
                  <a:close/>
                </a:path>
              </a:pathLst>
            </a:custGeom>
            <a:solidFill>
              <a:srgbClr val="3A6B95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1029892" cy="5847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640337" y="-1218468"/>
            <a:ext cx="9274800" cy="2083136"/>
            <a:chOff x="0" y="0"/>
            <a:chExt cx="2442746" cy="54864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442746" cy="548645"/>
            </a:xfrm>
            <a:custGeom>
              <a:avLst/>
              <a:gdLst/>
              <a:ahLst/>
              <a:cxnLst/>
              <a:rect l="l" t="t" r="r" b="b"/>
              <a:pathLst>
                <a:path w="2442746" h="548645">
                  <a:moveTo>
                    <a:pt x="25042" y="0"/>
                  </a:moveTo>
                  <a:lnTo>
                    <a:pt x="2417704" y="0"/>
                  </a:lnTo>
                  <a:cubicBezTo>
                    <a:pt x="2431534" y="0"/>
                    <a:pt x="2442746" y="11212"/>
                    <a:pt x="2442746" y="25042"/>
                  </a:cubicBezTo>
                  <a:lnTo>
                    <a:pt x="2442746" y="523603"/>
                  </a:lnTo>
                  <a:cubicBezTo>
                    <a:pt x="2442746" y="530244"/>
                    <a:pt x="2440107" y="536614"/>
                    <a:pt x="2435411" y="541310"/>
                  </a:cubicBezTo>
                  <a:cubicBezTo>
                    <a:pt x="2430715" y="546006"/>
                    <a:pt x="2424345" y="548645"/>
                    <a:pt x="2417704" y="548645"/>
                  </a:cubicBezTo>
                  <a:lnTo>
                    <a:pt x="25042" y="548645"/>
                  </a:lnTo>
                  <a:cubicBezTo>
                    <a:pt x="18400" y="548645"/>
                    <a:pt x="12031" y="546006"/>
                    <a:pt x="7335" y="541310"/>
                  </a:cubicBezTo>
                  <a:cubicBezTo>
                    <a:pt x="2638" y="536614"/>
                    <a:pt x="0" y="530244"/>
                    <a:pt x="0" y="523603"/>
                  </a:cubicBezTo>
                  <a:lnTo>
                    <a:pt x="0" y="25042"/>
                  </a:lnTo>
                  <a:cubicBezTo>
                    <a:pt x="0" y="18400"/>
                    <a:pt x="2638" y="12031"/>
                    <a:pt x="7335" y="7335"/>
                  </a:cubicBezTo>
                  <a:cubicBezTo>
                    <a:pt x="12031" y="2638"/>
                    <a:pt x="18400" y="0"/>
                    <a:pt x="25042" y="0"/>
                  </a:cubicBezTo>
                  <a:close/>
                </a:path>
              </a:pathLst>
            </a:custGeom>
            <a:solidFill>
              <a:srgbClr val="101D56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2442746" cy="5962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>
            <a:off x="16554283" y="8460857"/>
            <a:ext cx="1733717" cy="1733717"/>
          </a:xfrm>
          <a:custGeom>
            <a:avLst/>
            <a:gdLst/>
            <a:ahLst/>
            <a:cxnLst/>
            <a:rect l="l" t="t" r="r" b="b"/>
            <a:pathLst>
              <a:path w="1733717" h="1733717">
                <a:moveTo>
                  <a:pt x="0" y="0"/>
                </a:moveTo>
                <a:lnTo>
                  <a:pt x="1733717" y="0"/>
                </a:lnTo>
                <a:lnTo>
                  <a:pt x="1733717" y="1733716"/>
                </a:lnTo>
                <a:lnTo>
                  <a:pt x="0" y="17337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 flipH="1">
            <a:off x="0" y="8460857"/>
            <a:ext cx="1733717" cy="1733717"/>
          </a:xfrm>
          <a:custGeom>
            <a:avLst/>
            <a:gdLst/>
            <a:ahLst/>
            <a:cxnLst/>
            <a:rect l="l" t="t" r="r" b="b"/>
            <a:pathLst>
              <a:path w="1733717" h="1733717">
                <a:moveTo>
                  <a:pt x="1733717" y="0"/>
                </a:moveTo>
                <a:lnTo>
                  <a:pt x="0" y="0"/>
                </a:lnTo>
                <a:lnTo>
                  <a:pt x="0" y="1733716"/>
                </a:lnTo>
                <a:lnTo>
                  <a:pt x="1733717" y="1733716"/>
                </a:lnTo>
                <a:lnTo>
                  <a:pt x="1733717" y="0"/>
                </a:lnTo>
                <a:close/>
              </a:path>
            </a:pathLst>
          </a:custGeom>
          <a:blipFill>
            <a:blip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1870719" y="1772310"/>
            <a:ext cx="6620087" cy="1741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884"/>
              </a:lnSpc>
            </a:pPr>
            <a:r>
              <a:rPr lang="en-US" sz="6395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COMMENT ÇA MARCHE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753611" y="1984350"/>
            <a:ext cx="6481846" cy="1129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37"/>
              </a:lnSpc>
            </a:pPr>
            <a:r>
              <a:rPr lang="en-US" sz="3200" dirty="0" err="1">
                <a:solidFill>
                  <a:srgbClr val="FFFFFE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Rejoignez</a:t>
            </a:r>
            <a:r>
              <a:rPr lang="en-US" sz="3200" dirty="0">
                <a:solidFill>
                  <a:srgbClr val="FFFFFE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un Quiz </a:t>
            </a:r>
            <a:r>
              <a:rPr lang="en-US" sz="3200" dirty="0" err="1">
                <a:solidFill>
                  <a:srgbClr val="FFFFFE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en</a:t>
            </a:r>
            <a:r>
              <a:rPr lang="en-US" sz="3200" dirty="0">
                <a:solidFill>
                  <a:srgbClr val="FFFFFE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3 </a:t>
            </a:r>
            <a:r>
              <a:rPr lang="en-US" sz="3200" dirty="0" err="1">
                <a:solidFill>
                  <a:srgbClr val="FFFFFE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Clics</a:t>
            </a:r>
            <a:r>
              <a:rPr lang="en-US" sz="3200" dirty="0">
                <a:solidFill>
                  <a:srgbClr val="FFFFFE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— simple, </a:t>
            </a:r>
            <a:r>
              <a:rPr lang="en-US" sz="3200" dirty="0" err="1">
                <a:solidFill>
                  <a:srgbClr val="FFFFFE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rapide</a:t>
            </a:r>
            <a:r>
              <a:rPr lang="en-US" sz="3200" dirty="0">
                <a:solidFill>
                  <a:srgbClr val="FFFFFE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et sans inscription </a:t>
            </a:r>
            <a:r>
              <a:rPr lang="en-US" sz="3200" dirty="0" err="1">
                <a:solidFill>
                  <a:srgbClr val="FFFFFE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requise</a:t>
            </a:r>
            <a:r>
              <a:rPr lang="en-US" sz="3200" dirty="0">
                <a:solidFill>
                  <a:srgbClr val="FFFFFE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pour </a:t>
            </a:r>
            <a:r>
              <a:rPr lang="en-US" sz="3200" dirty="0" err="1">
                <a:solidFill>
                  <a:srgbClr val="FFFFFE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participer</a:t>
            </a:r>
            <a:r>
              <a:rPr lang="en-US" sz="3200" dirty="0">
                <a:solidFill>
                  <a:srgbClr val="FFFFFE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734213" y="5096135"/>
            <a:ext cx="2780134" cy="436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20"/>
              </a:lnSpc>
            </a:pPr>
            <a:r>
              <a:rPr lang="en-US" sz="2300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👤 REJOINDRE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753933" y="5096135"/>
            <a:ext cx="2780134" cy="436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20"/>
              </a:lnSpc>
            </a:pPr>
            <a:r>
              <a:rPr lang="en-US" sz="2300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🔑 CODE PIN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769204" y="5096135"/>
            <a:ext cx="2780134" cy="436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20"/>
              </a:lnSpc>
            </a:pPr>
            <a:r>
              <a:rPr lang="en-US" sz="2300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❓ RÉPONDRE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169094" y="5714576"/>
            <a:ext cx="3910371" cy="798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17"/>
              </a:lnSpc>
            </a:pPr>
            <a:r>
              <a:rPr lang="en-US" sz="229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Cliquez sur "Rejoindre" pour accéder à un quiz.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188814" y="5714576"/>
            <a:ext cx="3910371" cy="798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17"/>
              </a:lnSpc>
            </a:pPr>
            <a:r>
              <a:rPr lang="en-US" sz="229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Entrez le code PIN à 6 chiffres fourni par l'hôte.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204086" y="5714576"/>
            <a:ext cx="3910371" cy="798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17"/>
              </a:lnSpc>
            </a:pPr>
            <a:r>
              <a:rPr lang="en-US" sz="229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Répondez aux questions et gagnez des points ⚡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169094" y="7384054"/>
            <a:ext cx="3910371" cy="512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012"/>
              </a:lnSpc>
            </a:pPr>
            <a:r>
              <a:rPr lang="en-US" sz="2000" i="1" dirty="0">
                <a:solidFill>
                  <a:srgbClr val="FFFFFF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Bonus </a:t>
            </a:r>
            <a:r>
              <a:rPr lang="en-US" sz="2000" i="1" dirty="0" err="1">
                <a:solidFill>
                  <a:srgbClr val="FFFFFF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rapidité</a:t>
            </a:r>
            <a:r>
              <a:rPr lang="en-US" sz="2000" i="1" dirty="0">
                <a:solidFill>
                  <a:srgbClr val="FFFFFF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 pour les </a:t>
            </a:r>
            <a:r>
              <a:rPr lang="en-US" sz="2000" i="1" dirty="0" err="1">
                <a:solidFill>
                  <a:srgbClr val="FFFFFF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réponses</a:t>
            </a:r>
            <a:r>
              <a:rPr lang="en-US" sz="2000" i="1" dirty="0">
                <a:solidFill>
                  <a:srgbClr val="FFFFFF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 les plus </a:t>
            </a:r>
            <a:r>
              <a:rPr lang="en-US" sz="2000" i="1" dirty="0" err="1">
                <a:solidFill>
                  <a:srgbClr val="FFFFFF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rapides</a:t>
            </a:r>
            <a:r>
              <a:rPr lang="en-US" sz="2000" i="1" dirty="0">
                <a:solidFill>
                  <a:srgbClr val="FFFFFF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!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188814" y="7367174"/>
            <a:ext cx="3910371" cy="512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012"/>
              </a:lnSpc>
            </a:pPr>
            <a:r>
              <a:rPr lang="en-US" sz="2000" i="1" dirty="0">
                <a:solidFill>
                  <a:srgbClr val="FFFFFF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🏆 </a:t>
            </a:r>
            <a:r>
              <a:rPr lang="en-US" sz="2000" i="1" dirty="0" err="1">
                <a:solidFill>
                  <a:srgbClr val="FFFFFF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Classement</a:t>
            </a:r>
            <a:r>
              <a:rPr lang="en-US" sz="2000" i="1" dirty="0">
                <a:solidFill>
                  <a:srgbClr val="FFFFFF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 </a:t>
            </a:r>
            <a:r>
              <a:rPr lang="en-US" sz="2000" i="1" dirty="0" err="1">
                <a:solidFill>
                  <a:srgbClr val="FFFFFF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en</a:t>
            </a:r>
            <a:r>
              <a:rPr lang="en-US" sz="2000" i="1" dirty="0">
                <a:solidFill>
                  <a:srgbClr val="FFFFFF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 temps </a:t>
            </a:r>
            <a:r>
              <a:rPr lang="en-US" sz="2000" i="1" dirty="0" err="1">
                <a:solidFill>
                  <a:srgbClr val="FFFFFF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réel</a:t>
            </a:r>
            <a:r>
              <a:rPr lang="en-US" sz="2000" i="1" dirty="0">
                <a:solidFill>
                  <a:srgbClr val="FFFFFF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 </a:t>
            </a:r>
            <a:r>
              <a:rPr lang="en-US" sz="2000" i="1" dirty="0" err="1">
                <a:solidFill>
                  <a:srgbClr val="FFFFFF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affiché</a:t>
            </a:r>
            <a:r>
              <a:rPr lang="en-US" sz="2000" i="1" dirty="0">
                <a:solidFill>
                  <a:srgbClr val="FFFFFF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204086" y="7367174"/>
            <a:ext cx="3910371" cy="512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012"/>
              </a:lnSpc>
            </a:pPr>
            <a:r>
              <a:rPr lang="en-US" sz="2000" i="1" dirty="0" err="1">
                <a:solidFill>
                  <a:srgbClr val="FFFFFF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Consultez</a:t>
            </a:r>
            <a:r>
              <a:rPr lang="en-US" sz="2000" i="1" dirty="0">
                <a:solidFill>
                  <a:srgbClr val="FFFFFF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 </a:t>
            </a:r>
            <a:r>
              <a:rPr lang="en-US" sz="2000" i="1" dirty="0" err="1">
                <a:solidFill>
                  <a:srgbClr val="FFFFFF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votre</a:t>
            </a:r>
            <a:r>
              <a:rPr lang="en-US" sz="2000" i="1" dirty="0">
                <a:solidFill>
                  <a:srgbClr val="FFFFFF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 score final et </a:t>
            </a:r>
            <a:r>
              <a:rPr lang="en-US" sz="2000" i="1" dirty="0" err="1">
                <a:solidFill>
                  <a:srgbClr val="FFFFFF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votre</a:t>
            </a:r>
            <a:r>
              <a:rPr lang="en-US" sz="2000" i="1" dirty="0">
                <a:solidFill>
                  <a:srgbClr val="FFFFFF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 rang.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66" b="-666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192071" y="-916526"/>
            <a:ext cx="18672141" cy="5650034"/>
            <a:chOff x="0" y="0"/>
            <a:chExt cx="4917766" cy="148807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917766" cy="1488075"/>
            </a:xfrm>
            <a:custGeom>
              <a:avLst/>
              <a:gdLst/>
              <a:ahLst/>
              <a:cxnLst/>
              <a:rect l="l" t="t" r="r" b="b"/>
              <a:pathLst>
                <a:path w="4917766" h="1488075">
                  <a:moveTo>
                    <a:pt x="0" y="0"/>
                  </a:moveTo>
                  <a:lnTo>
                    <a:pt x="4917766" y="0"/>
                  </a:lnTo>
                  <a:lnTo>
                    <a:pt x="4917766" y="1488075"/>
                  </a:lnTo>
                  <a:lnTo>
                    <a:pt x="0" y="1488075"/>
                  </a:lnTo>
                  <a:close/>
                </a:path>
              </a:pathLst>
            </a:custGeom>
            <a:solidFill>
              <a:srgbClr val="101D56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917766" cy="1535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39470" y="3754731"/>
            <a:ext cx="4506302" cy="2777537"/>
            <a:chOff x="0" y="0"/>
            <a:chExt cx="812800" cy="50098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500983"/>
            </a:xfrm>
            <a:custGeom>
              <a:avLst/>
              <a:gdLst/>
              <a:ahLst/>
              <a:cxnLst/>
              <a:rect l="l" t="t" r="r" b="b"/>
              <a:pathLst>
                <a:path w="812800" h="500983">
                  <a:moveTo>
                    <a:pt x="48105" y="0"/>
                  </a:moveTo>
                  <a:lnTo>
                    <a:pt x="764695" y="0"/>
                  </a:lnTo>
                  <a:cubicBezTo>
                    <a:pt x="777454" y="0"/>
                    <a:pt x="789689" y="5068"/>
                    <a:pt x="798711" y="14090"/>
                  </a:cubicBezTo>
                  <a:cubicBezTo>
                    <a:pt x="807732" y="23111"/>
                    <a:pt x="812800" y="35346"/>
                    <a:pt x="812800" y="48105"/>
                  </a:cubicBezTo>
                  <a:lnTo>
                    <a:pt x="812800" y="452879"/>
                  </a:lnTo>
                  <a:cubicBezTo>
                    <a:pt x="812800" y="465637"/>
                    <a:pt x="807732" y="477873"/>
                    <a:pt x="798711" y="486894"/>
                  </a:cubicBezTo>
                  <a:cubicBezTo>
                    <a:pt x="789689" y="495915"/>
                    <a:pt x="777454" y="500983"/>
                    <a:pt x="764695" y="500983"/>
                  </a:cubicBezTo>
                  <a:lnTo>
                    <a:pt x="48105" y="500983"/>
                  </a:lnTo>
                  <a:cubicBezTo>
                    <a:pt x="35346" y="500983"/>
                    <a:pt x="23111" y="495915"/>
                    <a:pt x="14090" y="486894"/>
                  </a:cubicBezTo>
                  <a:cubicBezTo>
                    <a:pt x="5068" y="477873"/>
                    <a:pt x="0" y="465637"/>
                    <a:pt x="0" y="452879"/>
                  </a:cubicBezTo>
                  <a:lnTo>
                    <a:pt x="0" y="48105"/>
                  </a:lnTo>
                  <a:cubicBezTo>
                    <a:pt x="0" y="35346"/>
                    <a:pt x="5068" y="23111"/>
                    <a:pt x="14090" y="14090"/>
                  </a:cubicBezTo>
                  <a:cubicBezTo>
                    <a:pt x="23111" y="5068"/>
                    <a:pt x="35346" y="0"/>
                    <a:pt x="48105" y="0"/>
                  </a:cubicBezTo>
                  <a:close/>
                </a:path>
              </a:pathLst>
            </a:custGeom>
            <a:blipFill>
              <a:blip r:embed="rId3"/>
              <a:stretch>
                <a:fillRect t="-4654" b="-4654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6890849" y="3754731"/>
            <a:ext cx="4506302" cy="2777537"/>
            <a:chOff x="0" y="0"/>
            <a:chExt cx="812800" cy="50098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500983"/>
            </a:xfrm>
            <a:custGeom>
              <a:avLst/>
              <a:gdLst/>
              <a:ahLst/>
              <a:cxnLst/>
              <a:rect l="l" t="t" r="r" b="b"/>
              <a:pathLst>
                <a:path w="812800" h="500983">
                  <a:moveTo>
                    <a:pt x="48105" y="0"/>
                  </a:moveTo>
                  <a:lnTo>
                    <a:pt x="764695" y="0"/>
                  </a:lnTo>
                  <a:cubicBezTo>
                    <a:pt x="777454" y="0"/>
                    <a:pt x="789689" y="5068"/>
                    <a:pt x="798711" y="14090"/>
                  </a:cubicBezTo>
                  <a:cubicBezTo>
                    <a:pt x="807732" y="23111"/>
                    <a:pt x="812800" y="35346"/>
                    <a:pt x="812800" y="48105"/>
                  </a:cubicBezTo>
                  <a:lnTo>
                    <a:pt x="812800" y="452879"/>
                  </a:lnTo>
                  <a:cubicBezTo>
                    <a:pt x="812800" y="465637"/>
                    <a:pt x="807732" y="477873"/>
                    <a:pt x="798711" y="486894"/>
                  </a:cubicBezTo>
                  <a:cubicBezTo>
                    <a:pt x="789689" y="495915"/>
                    <a:pt x="777454" y="500983"/>
                    <a:pt x="764695" y="500983"/>
                  </a:cubicBezTo>
                  <a:lnTo>
                    <a:pt x="48105" y="500983"/>
                  </a:lnTo>
                  <a:cubicBezTo>
                    <a:pt x="35346" y="500983"/>
                    <a:pt x="23111" y="495915"/>
                    <a:pt x="14090" y="486894"/>
                  </a:cubicBezTo>
                  <a:cubicBezTo>
                    <a:pt x="5068" y="477873"/>
                    <a:pt x="0" y="465637"/>
                    <a:pt x="0" y="452879"/>
                  </a:cubicBezTo>
                  <a:lnTo>
                    <a:pt x="0" y="48105"/>
                  </a:lnTo>
                  <a:cubicBezTo>
                    <a:pt x="0" y="35346"/>
                    <a:pt x="5068" y="23111"/>
                    <a:pt x="14090" y="14090"/>
                  </a:cubicBezTo>
                  <a:cubicBezTo>
                    <a:pt x="23111" y="5068"/>
                    <a:pt x="35346" y="0"/>
                    <a:pt x="48105" y="0"/>
                  </a:cubicBezTo>
                  <a:close/>
                </a:path>
              </a:pathLst>
            </a:custGeom>
            <a:blipFill>
              <a:blip r:embed="rId4"/>
              <a:stretch>
                <a:fillRect t="-4654" b="-4654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2241994" y="3754731"/>
            <a:ext cx="4506302" cy="2777537"/>
            <a:chOff x="0" y="0"/>
            <a:chExt cx="812800" cy="50098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500983"/>
            </a:xfrm>
            <a:custGeom>
              <a:avLst/>
              <a:gdLst/>
              <a:ahLst/>
              <a:cxnLst/>
              <a:rect l="l" t="t" r="r" b="b"/>
              <a:pathLst>
                <a:path w="812800" h="500983">
                  <a:moveTo>
                    <a:pt x="48105" y="0"/>
                  </a:moveTo>
                  <a:lnTo>
                    <a:pt x="764695" y="0"/>
                  </a:lnTo>
                  <a:cubicBezTo>
                    <a:pt x="777454" y="0"/>
                    <a:pt x="789689" y="5068"/>
                    <a:pt x="798711" y="14090"/>
                  </a:cubicBezTo>
                  <a:cubicBezTo>
                    <a:pt x="807732" y="23111"/>
                    <a:pt x="812800" y="35346"/>
                    <a:pt x="812800" y="48105"/>
                  </a:cubicBezTo>
                  <a:lnTo>
                    <a:pt x="812800" y="452879"/>
                  </a:lnTo>
                  <a:cubicBezTo>
                    <a:pt x="812800" y="465637"/>
                    <a:pt x="807732" y="477873"/>
                    <a:pt x="798711" y="486894"/>
                  </a:cubicBezTo>
                  <a:cubicBezTo>
                    <a:pt x="789689" y="495915"/>
                    <a:pt x="777454" y="500983"/>
                    <a:pt x="764695" y="500983"/>
                  </a:cubicBezTo>
                  <a:lnTo>
                    <a:pt x="48105" y="500983"/>
                  </a:lnTo>
                  <a:cubicBezTo>
                    <a:pt x="35346" y="500983"/>
                    <a:pt x="23111" y="495915"/>
                    <a:pt x="14090" y="486894"/>
                  </a:cubicBezTo>
                  <a:cubicBezTo>
                    <a:pt x="5068" y="477873"/>
                    <a:pt x="0" y="465637"/>
                    <a:pt x="0" y="452879"/>
                  </a:cubicBezTo>
                  <a:lnTo>
                    <a:pt x="0" y="48105"/>
                  </a:lnTo>
                  <a:cubicBezTo>
                    <a:pt x="0" y="35346"/>
                    <a:pt x="5068" y="23111"/>
                    <a:pt x="14090" y="14090"/>
                  </a:cubicBezTo>
                  <a:cubicBezTo>
                    <a:pt x="23111" y="5068"/>
                    <a:pt x="35346" y="0"/>
                    <a:pt x="48105" y="0"/>
                  </a:cubicBezTo>
                  <a:close/>
                </a:path>
              </a:pathLst>
            </a:custGeom>
            <a:blipFill>
              <a:blip r:embed="rId5"/>
              <a:stretch>
                <a:fillRect t="-4654" b="-4654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5833956" y="1701494"/>
            <a:ext cx="6620087" cy="871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562"/>
              </a:lnSpc>
            </a:pPr>
            <a:r>
              <a:rPr lang="en-US" sz="4687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TYPES DE QUESTIONS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726705" y="7275813"/>
            <a:ext cx="2131831" cy="307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27"/>
              </a:lnSpc>
            </a:pPr>
            <a:r>
              <a:rPr lang="en-US" sz="2000" b="1" dirty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🔵 QCM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849671" y="7275813"/>
            <a:ext cx="2588657" cy="307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27"/>
              </a:lnSpc>
            </a:pPr>
            <a:r>
              <a:rPr lang="en-US" sz="2000" b="1" dirty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✅ VRAI/FAUX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230447" y="7275813"/>
            <a:ext cx="2529397" cy="639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27"/>
              </a:lnSpc>
            </a:pPr>
            <a:r>
              <a:rPr lang="en-US" sz="2000" b="1" dirty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✏️ RÉPONSE COURTE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837435" y="7825306"/>
            <a:ext cx="3910371" cy="3018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26"/>
              </a:lnSpc>
            </a:pPr>
            <a:r>
              <a:rPr lang="en-US" sz="2800" dirty="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Choix multiple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188814" y="7825306"/>
            <a:ext cx="3910371" cy="3018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26"/>
              </a:lnSpc>
            </a:pPr>
            <a:r>
              <a:rPr lang="en-US" sz="2800" dirty="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Deux options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943997" y="8548312"/>
            <a:ext cx="3697247" cy="514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44"/>
              </a:lnSpc>
            </a:pPr>
            <a:r>
              <a:rPr lang="en-US" sz="2000" i="1" dirty="0" err="1">
                <a:solidFill>
                  <a:srgbClr val="FFFFFF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Sélectionnez</a:t>
            </a:r>
            <a:r>
              <a:rPr lang="en-US" sz="2000" i="1" dirty="0">
                <a:solidFill>
                  <a:srgbClr val="FFFFFF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 la bonne </a:t>
            </a:r>
            <a:r>
              <a:rPr lang="en-US" sz="2000" i="1" dirty="0" err="1">
                <a:solidFill>
                  <a:srgbClr val="FFFFFF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réponse</a:t>
            </a:r>
            <a:r>
              <a:rPr lang="en-US" sz="2000" i="1" dirty="0">
                <a:solidFill>
                  <a:srgbClr val="FFFFFF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 </a:t>
            </a:r>
          </a:p>
          <a:p>
            <a:pPr marL="0" lvl="0" indent="0" algn="ctr">
              <a:lnSpc>
                <a:spcPts val="1344"/>
              </a:lnSpc>
            </a:pPr>
            <a:endParaRPr lang="en-US" sz="2000" i="1" dirty="0">
              <a:solidFill>
                <a:srgbClr val="FFFFFF"/>
              </a:solidFill>
              <a:latin typeface="Helvetica World Italics"/>
              <a:ea typeface="Helvetica World Italics"/>
              <a:cs typeface="Helvetica World Italics"/>
              <a:sym typeface="Helvetica World Italics"/>
            </a:endParaRPr>
          </a:p>
          <a:p>
            <a:pPr marL="0" lvl="0" indent="0" algn="ctr">
              <a:lnSpc>
                <a:spcPts val="1344"/>
              </a:lnSpc>
            </a:pPr>
            <a:r>
              <a:rPr lang="en-US" sz="2000" i="1" dirty="0">
                <a:solidFill>
                  <a:srgbClr val="FFFFFF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 </a:t>
            </a:r>
            <a:r>
              <a:rPr lang="en-US" sz="2000" i="1" dirty="0" err="1">
                <a:solidFill>
                  <a:srgbClr val="FFFFFF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parmi</a:t>
            </a:r>
            <a:r>
              <a:rPr lang="en-US" sz="2000" i="1" dirty="0">
                <a:solidFill>
                  <a:srgbClr val="FFFFFF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 4 options </a:t>
            </a:r>
            <a:r>
              <a:rPr lang="en-US" sz="2000" i="1" dirty="0" err="1">
                <a:solidFill>
                  <a:srgbClr val="FFFFFF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proposées</a:t>
            </a:r>
            <a:r>
              <a:rPr lang="en-US" sz="2000" i="1" dirty="0">
                <a:solidFill>
                  <a:srgbClr val="FFFFFF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295376" y="8548312"/>
            <a:ext cx="3697247" cy="514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44"/>
              </a:lnSpc>
            </a:pPr>
            <a:r>
              <a:rPr lang="en-US" sz="2000" i="1" dirty="0">
                <a:solidFill>
                  <a:srgbClr val="FFFFFF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Répondez </a:t>
            </a:r>
            <a:r>
              <a:rPr lang="en-US" sz="2000" i="1" dirty="0" err="1">
                <a:solidFill>
                  <a:srgbClr val="FFFFFF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simplement</a:t>
            </a:r>
            <a:r>
              <a:rPr lang="en-US" sz="2000" i="1" dirty="0">
                <a:solidFill>
                  <a:srgbClr val="FFFFFF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 par Vrai</a:t>
            </a:r>
          </a:p>
          <a:p>
            <a:pPr marL="0" lvl="0" indent="0" algn="ctr">
              <a:lnSpc>
                <a:spcPts val="1344"/>
              </a:lnSpc>
            </a:pPr>
            <a:endParaRPr lang="en-US" sz="2000" i="1" dirty="0">
              <a:solidFill>
                <a:srgbClr val="FFFFFF"/>
              </a:solidFill>
              <a:latin typeface="Helvetica World Italics"/>
              <a:ea typeface="Helvetica World Italics"/>
              <a:cs typeface="Helvetica World Italics"/>
              <a:sym typeface="Helvetica World Italics"/>
            </a:endParaRPr>
          </a:p>
          <a:p>
            <a:pPr marL="0" lvl="0" indent="0" algn="ctr">
              <a:lnSpc>
                <a:spcPts val="1344"/>
              </a:lnSpc>
            </a:pPr>
            <a:r>
              <a:rPr lang="en-US" sz="2000" i="1" dirty="0">
                <a:solidFill>
                  <a:srgbClr val="FFFFFF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 </a:t>
            </a:r>
            <a:r>
              <a:rPr lang="en-US" sz="2000" i="1" dirty="0" err="1">
                <a:solidFill>
                  <a:srgbClr val="FFFFFF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ou</a:t>
            </a:r>
            <a:r>
              <a:rPr lang="en-US" sz="2000" i="1" dirty="0">
                <a:solidFill>
                  <a:srgbClr val="FFFFFF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 Faux à </a:t>
            </a:r>
            <a:r>
              <a:rPr lang="en-US" sz="2000" i="1" dirty="0" err="1">
                <a:solidFill>
                  <a:srgbClr val="FFFFFF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l'affirmation</a:t>
            </a:r>
            <a:r>
              <a:rPr lang="en-US" sz="2000" i="1" dirty="0">
                <a:solidFill>
                  <a:srgbClr val="FFFFFF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646521" y="8548312"/>
            <a:ext cx="3697247" cy="514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1344"/>
              </a:lnSpc>
            </a:pPr>
            <a:r>
              <a:rPr lang="en-US" sz="1600" i="1" dirty="0">
                <a:solidFill>
                  <a:srgbClr val="FFFFFF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.</a:t>
            </a:r>
            <a:r>
              <a:rPr lang="en-US" sz="2000" i="1" dirty="0">
                <a:solidFill>
                  <a:srgbClr val="FFFFFF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 </a:t>
            </a:r>
            <a:r>
              <a:rPr lang="en-US" sz="2000" i="1" dirty="0" err="1">
                <a:solidFill>
                  <a:srgbClr val="FFFFFF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Tapez</a:t>
            </a:r>
            <a:r>
              <a:rPr lang="en-US" sz="2000" i="1" dirty="0">
                <a:solidFill>
                  <a:srgbClr val="FFFFFF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 </a:t>
            </a:r>
            <a:r>
              <a:rPr lang="en-US" sz="2000" i="1" dirty="0" err="1">
                <a:solidFill>
                  <a:srgbClr val="FFFFFF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votre</a:t>
            </a:r>
            <a:r>
              <a:rPr lang="en-US" sz="2000" i="1" dirty="0">
                <a:solidFill>
                  <a:srgbClr val="FFFFFF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 </a:t>
            </a:r>
            <a:r>
              <a:rPr lang="en-US" sz="2000" i="1" dirty="0" err="1">
                <a:solidFill>
                  <a:srgbClr val="FFFFFF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réponse</a:t>
            </a:r>
            <a:r>
              <a:rPr lang="en-US" sz="2000" i="1" dirty="0">
                <a:solidFill>
                  <a:srgbClr val="FFFFFF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 </a:t>
            </a:r>
            <a:r>
              <a:rPr lang="en-US" sz="2000" i="1" dirty="0" err="1">
                <a:solidFill>
                  <a:srgbClr val="FFFFFF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en</a:t>
            </a:r>
            <a:r>
              <a:rPr lang="en-US" sz="2000" i="1" dirty="0">
                <a:solidFill>
                  <a:srgbClr val="FFFFFF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 </a:t>
            </a:r>
          </a:p>
          <a:p>
            <a:pPr lvl="0" algn="ctr">
              <a:lnSpc>
                <a:spcPts val="1344"/>
              </a:lnSpc>
            </a:pPr>
            <a:endParaRPr lang="en-US" sz="2000" i="1" dirty="0">
              <a:solidFill>
                <a:srgbClr val="FFFFFF"/>
              </a:solidFill>
              <a:latin typeface="Helvetica World Italics"/>
              <a:ea typeface="Helvetica World Italics"/>
              <a:cs typeface="Helvetica World Italics"/>
              <a:sym typeface="Helvetica World Italics"/>
            </a:endParaRPr>
          </a:p>
          <a:p>
            <a:pPr lvl="0" algn="ctr">
              <a:lnSpc>
                <a:spcPts val="1344"/>
              </a:lnSpc>
            </a:pPr>
            <a:r>
              <a:rPr lang="en-US" sz="2000" i="1" dirty="0">
                <a:solidFill>
                  <a:srgbClr val="FFFFFF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 </a:t>
            </a:r>
            <a:r>
              <a:rPr lang="en-US" sz="2000" i="1" dirty="0" err="1">
                <a:solidFill>
                  <a:srgbClr val="FFFFFF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quelques</a:t>
            </a:r>
            <a:r>
              <a:rPr lang="en-US" sz="2000" i="1" dirty="0">
                <a:solidFill>
                  <a:srgbClr val="FFFFFF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 mots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490734" y="1353360"/>
            <a:ext cx="2267979" cy="365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70"/>
              </a:lnSpc>
            </a:pPr>
            <a:r>
              <a:rPr lang="en-US" sz="2121" b="1">
                <a:solidFill>
                  <a:srgbClr val="FFFFFF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QuickQuiz ⚡</a:t>
            </a:r>
          </a:p>
        </p:txBody>
      </p:sp>
      <p:sp>
        <p:nvSpPr>
          <p:cNvPr id="22" name="Freeform 22"/>
          <p:cNvSpPr/>
          <p:nvPr/>
        </p:nvSpPr>
        <p:spPr>
          <a:xfrm>
            <a:off x="1636143" y="1272896"/>
            <a:ext cx="665695" cy="649458"/>
          </a:xfrm>
          <a:custGeom>
            <a:avLst/>
            <a:gdLst/>
            <a:ahLst/>
            <a:cxnLst/>
            <a:rect l="l" t="t" r="r" b="b"/>
            <a:pathLst>
              <a:path w="665695" h="649458">
                <a:moveTo>
                  <a:pt x="0" y="0"/>
                </a:moveTo>
                <a:lnTo>
                  <a:pt x="665695" y="0"/>
                </a:lnTo>
                <a:lnTo>
                  <a:pt x="665695" y="649459"/>
                </a:lnTo>
                <a:lnTo>
                  <a:pt x="0" y="6494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66" b="-666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701335" y="-620058"/>
            <a:ext cx="2995779" cy="2572744"/>
          </a:xfrm>
          <a:custGeom>
            <a:avLst/>
            <a:gdLst/>
            <a:ahLst/>
            <a:cxnLst/>
            <a:rect l="l" t="t" r="r" b="b"/>
            <a:pathLst>
              <a:path w="2995779" h="2572744">
                <a:moveTo>
                  <a:pt x="0" y="0"/>
                </a:moveTo>
                <a:lnTo>
                  <a:pt x="2995779" y="0"/>
                </a:lnTo>
                <a:lnTo>
                  <a:pt x="2995779" y="2572744"/>
                </a:lnTo>
                <a:lnTo>
                  <a:pt x="0" y="25727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999"/>
            </a:blip>
            <a:stretch>
              <a:fillRect/>
            </a:stretch>
          </a:blipFill>
        </p:spPr>
      </p:sp>
      <p:grpSp>
        <p:nvGrpSpPr>
          <p:cNvPr id="20" name="Group 20"/>
          <p:cNvGrpSpPr/>
          <p:nvPr/>
        </p:nvGrpSpPr>
        <p:grpSpPr>
          <a:xfrm>
            <a:off x="-640337" y="9600143"/>
            <a:ext cx="9274800" cy="2083136"/>
            <a:chOff x="0" y="0"/>
            <a:chExt cx="2442746" cy="54864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442746" cy="548645"/>
            </a:xfrm>
            <a:custGeom>
              <a:avLst/>
              <a:gdLst/>
              <a:ahLst/>
              <a:cxnLst/>
              <a:rect l="l" t="t" r="r" b="b"/>
              <a:pathLst>
                <a:path w="2442746" h="548645">
                  <a:moveTo>
                    <a:pt x="25042" y="0"/>
                  </a:moveTo>
                  <a:lnTo>
                    <a:pt x="2417704" y="0"/>
                  </a:lnTo>
                  <a:cubicBezTo>
                    <a:pt x="2431534" y="0"/>
                    <a:pt x="2442746" y="11212"/>
                    <a:pt x="2442746" y="25042"/>
                  </a:cubicBezTo>
                  <a:lnTo>
                    <a:pt x="2442746" y="523603"/>
                  </a:lnTo>
                  <a:cubicBezTo>
                    <a:pt x="2442746" y="530244"/>
                    <a:pt x="2440107" y="536614"/>
                    <a:pt x="2435411" y="541310"/>
                  </a:cubicBezTo>
                  <a:cubicBezTo>
                    <a:pt x="2430715" y="546006"/>
                    <a:pt x="2424345" y="548645"/>
                    <a:pt x="2417704" y="548645"/>
                  </a:cubicBezTo>
                  <a:lnTo>
                    <a:pt x="25042" y="548645"/>
                  </a:lnTo>
                  <a:cubicBezTo>
                    <a:pt x="18400" y="548645"/>
                    <a:pt x="12031" y="546006"/>
                    <a:pt x="7335" y="541310"/>
                  </a:cubicBezTo>
                  <a:cubicBezTo>
                    <a:pt x="2638" y="536614"/>
                    <a:pt x="0" y="530244"/>
                    <a:pt x="0" y="523603"/>
                  </a:cubicBezTo>
                  <a:lnTo>
                    <a:pt x="0" y="25042"/>
                  </a:lnTo>
                  <a:cubicBezTo>
                    <a:pt x="0" y="18400"/>
                    <a:pt x="2638" y="12031"/>
                    <a:pt x="7335" y="7335"/>
                  </a:cubicBezTo>
                  <a:cubicBezTo>
                    <a:pt x="12031" y="2638"/>
                    <a:pt x="18400" y="0"/>
                    <a:pt x="25042" y="0"/>
                  </a:cubicBezTo>
                  <a:close/>
                </a:path>
              </a:pathLst>
            </a:custGeom>
            <a:solidFill>
              <a:srgbClr val="101D56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2442746" cy="5962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23" name="ZoneTexte 22">
            <a:extLst>
              <a:ext uri="{FF2B5EF4-FFF2-40B4-BE49-F238E27FC236}">
                <a16:creationId xmlns:a16="http://schemas.microsoft.com/office/drawing/2014/main" id="{A1BC5F51-3B32-F052-728C-7A96A36CE298}"/>
              </a:ext>
            </a:extLst>
          </p:cNvPr>
          <p:cNvSpPr txBox="1"/>
          <p:nvPr/>
        </p:nvSpPr>
        <p:spPr>
          <a:xfrm>
            <a:off x="4349185" y="4481780"/>
            <a:ext cx="857055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600" dirty="0">
                <a:solidFill>
                  <a:schemeClr val="bg1"/>
                </a:solidFill>
              </a:rPr>
              <a:t>Conception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CB013-8138-661F-9B35-3467F4B34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9FB310D-71E5-A857-A753-966ED8513A1F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66" b="-666"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59D8A364-74F7-F17D-AF08-DDD2A1F69B84}"/>
              </a:ext>
            </a:extLst>
          </p:cNvPr>
          <p:cNvSpPr/>
          <p:nvPr/>
        </p:nvSpPr>
        <p:spPr>
          <a:xfrm>
            <a:off x="15701335" y="-620058"/>
            <a:ext cx="2995779" cy="2572744"/>
          </a:xfrm>
          <a:custGeom>
            <a:avLst/>
            <a:gdLst/>
            <a:ahLst/>
            <a:cxnLst/>
            <a:rect l="l" t="t" r="r" b="b"/>
            <a:pathLst>
              <a:path w="2995779" h="2572744">
                <a:moveTo>
                  <a:pt x="0" y="0"/>
                </a:moveTo>
                <a:lnTo>
                  <a:pt x="2995779" y="0"/>
                </a:lnTo>
                <a:lnTo>
                  <a:pt x="2995779" y="2572744"/>
                </a:lnTo>
                <a:lnTo>
                  <a:pt x="0" y="25727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999"/>
            </a:blip>
            <a:stretch>
              <a:fillRect/>
            </a:stretch>
          </a:blipFill>
        </p:spPr>
      </p: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422E7E5-154A-686D-F218-BF7C0C5D6243}"/>
              </a:ext>
            </a:extLst>
          </p:cNvPr>
          <p:cNvGrpSpPr/>
          <p:nvPr/>
        </p:nvGrpSpPr>
        <p:grpSpPr>
          <a:xfrm>
            <a:off x="-640337" y="9600143"/>
            <a:ext cx="9274800" cy="2083136"/>
            <a:chOff x="0" y="0"/>
            <a:chExt cx="2442746" cy="548645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9751F6EE-E162-18FB-BFB8-D961605AD5F0}"/>
                </a:ext>
              </a:extLst>
            </p:cNvPr>
            <p:cNvSpPr/>
            <p:nvPr/>
          </p:nvSpPr>
          <p:spPr>
            <a:xfrm>
              <a:off x="0" y="0"/>
              <a:ext cx="2442746" cy="548645"/>
            </a:xfrm>
            <a:custGeom>
              <a:avLst/>
              <a:gdLst/>
              <a:ahLst/>
              <a:cxnLst/>
              <a:rect l="l" t="t" r="r" b="b"/>
              <a:pathLst>
                <a:path w="2442746" h="548645">
                  <a:moveTo>
                    <a:pt x="25042" y="0"/>
                  </a:moveTo>
                  <a:lnTo>
                    <a:pt x="2417704" y="0"/>
                  </a:lnTo>
                  <a:cubicBezTo>
                    <a:pt x="2431534" y="0"/>
                    <a:pt x="2442746" y="11212"/>
                    <a:pt x="2442746" y="25042"/>
                  </a:cubicBezTo>
                  <a:lnTo>
                    <a:pt x="2442746" y="523603"/>
                  </a:lnTo>
                  <a:cubicBezTo>
                    <a:pt x="2442746" y="530244"/>
                    <a:pt x="2440107" y="536614"/>
                    <a:pt x="2435411" y="541310"/>
                  </a:cubicBezTo>
                  <a:cubicBezTo>
                    <a:pt x="2430715" y="546006"/>
                    <a:pt x="2424345" y="548645"/>
                    <a:pt x="2417704" y="548645"/>
                  </a:cubicBezTo>
                  <a:lnTo>
                    <a:pt x="25042" y="548645"/>
                  </a:lnTo>
                  <a:cubicBezTo>
                    <a:pt x="18400" y="548645"/>
                    <a:pt x="12031" y="546006"/>
                    <a:pt x="7335" y="541310"/>
                  </a:cubicBezTo>
                  <a:cubicBezTo>
                    <a:pt x="2638" y="536614"/>
                    <a:pt x="0" y="530244"/>
                    <a:pt x="0" y="523603"/>
                  </a:cubicBezTo>
                  <a:lnTo>
                    <a:pt x="0" y="25042"/>
                  </a:lnTo>
                  <a:cubicBezTo>
                    <a:pt x="0" y="18400"/>
                    <a:pt x="2638" y="12031"/>
                    <a:pt x="7335" y="7335"/>
                  </a:cubicBezTo>
                  <a:cubicBezTo>
                    <a:pt x="12031" y="2638"/>
                    <a:pt x="18400" y="0"/>
                    <a:pt x="25042" y="0"/>
                  </a:cubicBezTo>
                  <a:close/>
                </a:path>
              </a:pathLst>
            </a:custGeom>
            <a:solidFill>
              <a:srgbClr val="101D56"/>
            </a:solidFill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AAFDA1FB-017A-D89F-7967-947FF5BA8978}"/>
                </a:ext>
              </a:extLst>
            </p:cNvPr>
            <p:cNvSpPr txBox="1"/>
            <p:nvPr/>
          </p:nvSpPr>
          <p:spPr>
            <a:xfrm>
              <a:off x="0" y="-47625"/>
              <a:ext cx="2442746" cy="5962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23" name="ZoneTexte 22">
            <a:extLst>
              <a:ext uri="{FF2B5EF4-FFF2-40B4-BE49-F238E27FC236}">
                <a16:creationId xmlns:a16="http://schemas.microsoft.com/office/drawing/2014/main" id="{469B983C-BB17-36BC-DB54-6555E5188195}"/>
              </a:ext>
            </a:extLst>
          </p:cNvPr>
          <p:cNvSpPr txBox="1"/>
          <p:nvPr/>
        </p:nvSpPr>
        <p:spPr>
          <a:xfrm>
            <a:off x="-288215" y="5443"/>
            <a:ext cx="85705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800" b="1" dirty="0">
                <a:solidFill>
                  <a:schemeClr val="bg1"/>
                </a:solidFill>
              </a:rPr>
              <a:t>Diagramme de cas d’utilisation</a:t>
            </a:r>
            <a:r>
              <a:rPr lang="fr-FR" sz="4800" dirty="0">
                <a:solidFill>
                  <a:schemeClr val="bg1"/>
                </a:solidFill>
              </a:rPr>
              <a:t> </a:t>
            </a:r>
          </a:p>
        </p:txBody>
      </p:sp>
      <p:pic>
        <p:nvPicPr>
          <p:cNvPr id="3" name="Image 2" descr="ZPH1JiCm44NtaN87gnjWqHu0LLKH2pOiQAkojv9fiN2SO3j8W3XGpz6BCR4JPs8gGnPL_F_pU38_wTfOhcrRoJoJSB3CraoBuujbfT1GM56hFEE5hJNRMo65uHPQFKXtPINGpxCEvUeeWSqshIXUyUUJxJwCXMh6llACuNMz0rRKIY4A-ePnCwm6-qeeKsWyrfd3OjnSda_J_IM4TK_Trygq4jUiqVL1I8Vvsu7GvnFQRzYWxq43wAxTtd_2QV0Z9PfU8T0ZLmL5f5j7LKGX6eHuEotbPS9keMgawAg1wURjIEt5JQzrCtRmm_caiMWxPc4SZ_s1tXlGPWg6enr0JWs-Fy1Gg9Uc9Cwj6ost1Dr2B_NeSutFWI-K5LYXA-tGTrHtdlhk7eIyI6m-9q57nYJUo1ioZMIIPhnXac9aqlmkxAEHHVQ5dDn7yQl_eDAafg8_8DP265E3Z3uOPD1vDeoLBHQhuKjZjsov5AgGRGchLPwH3bEO7tQA27DFbY4HfBWnZR-gZS6ao2YZ59fdOpmfBkJr3wWFy4yo99eYGyGfQ0sgTF_eFm00 (569×905)">
            <a:extLst>
              <a:ext uri="{FF2B5EF4-FFF2-40B4-BE49-F238E27FC236}">
                <a16:creationId xmlns:a16="http://schemas.microsoft.com/office/drawing/2014/main" id="{0817F66B-F9EA-91D3-2285-0C04B59787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8722" y="1093451"/>
            <a:ext cx="8570556" cy="810009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27753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48726-DFC4-41CB-8AC0-43AE0E2CA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235F51A-04EC-8E5A-D952-132F9AEA9076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66" b="-666"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FE0027D1-ED0A-38AF-DCF2-628DCBEA1F47}"/>
              </a:ext>
            </a:extLst>
          </p:cNvPr>
          <p:cNvSpPr/>
          <p:nvPr/>
        </p:nvSpPr>
        <p:spPr>
          <a:xfrm>
            <a:off x="15701335" y="-620058"/>
            <a:ext cx="2995779" cy="2572744"/>
          </a:xfrm>
          <a:custGeom>
            <a:avLst/>
            <a:gdLst/>
            <a:ahLst/>
            <a:cxnLst/>
            <a:rect l="l" t="t" r="r" b="b"/>
            <a:pathLst>
              <a:path w="2995779" h="2572744">
                <a:moveTo>
                  <a:pt x="0" y="0"/>
                </a:moveTo>
                <a:lnTo>
                  <a:pt x="2995779" y="0"/>
                </a:lnTo>
                <a:lnTo>
                  <a:pt x="2995779" y="2572744"/>
                </a:lnTo>
                <a:lnTo>
                  <a:pt x="0" y="25727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999"/>
            </a:blip>
            <a:stretch>
              <a:fillRect/>
            </a:stretch>
          </a:blipFill>
        </p:spPr>
      </p: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B54F8B0-803B-756B-E775-25DE243D3986}"/>
              </a:ext>
            </a:extLst>
          </p:cNvPr>
          <p:cNvGrpSpPr/>
          <p:nvPr/>
        </p:nvGrpSpPr>
        <p:grpSpPr>
          <a:xfrm>
            <a:off x="-640337" y="9600143"/>
            <a:ext cx="9274800" cy="2083136"/>
            <a:chOff x="0" y="0"/>
            <a:chExt cx="2442746" cy="548645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EDD23710-0A82-F841-8F7E-03F4A52BEA9B}"/>
                </a:ext>
              </a:extLst>
            </p:cNvPr>
            <p:cNvSpPr/>
            <p:nvPr/>
          </p:nvSpPr>
          <p:spPr>
            <a:xfrm>
              <a:off x="0" y="0"/>
              <a:ext cx="2442746" cy="548645"/>
            </a:xfrm>
            <a:custGeom>
              <a:avLst/>
              <a:gdLst/>
              <a:ahLst/>
              <a:cxnLst/>
              <a:rect l="l" t="t" r="r" b="b"/>
              <a:pathLst>
                <a:path w="2442746" h="548645">
                  <a:moveTo>
                    <a:pt x="25042" y="0"/>
                  </a:moveTo>
                  <a:lnTo>
                    <a:pt x="2417704" y="0"/>
                  </a:lnTo>
                  <a:cubicBezTo>
                    <a:pt x="2431534" y="0"/>
                    <a:pt x="2442746" y="11212"/>
                    <a:pt x="2442746" y="25042"/>
                  </a:cubicBezTo>
                  <a:lnTo>
                    <a:pt x="2442746" y="523603"/>
                  </a:lnTo>
                  <a:cubicBezTo>
                    <a:pt x="2442746" y="530244"/>
                    <a:pt x="2440107" y="536614"/>
                    <a:pt x="2435411" y="541310"/>
                  </a:cubicBezTo>
                  <a:cubicBezTo>
                    <a:pt x="2430715" y="546006"/>
                    <a:pt x="2424345" y="548645"/>
                    <a:pt x="2417704" y="548645"/>
                  </a:cubicBezTo>
                  <a:lnTo>
                    <a:pt x="25042" y="548645"/>
                  </a:lnTo>
                  <a:cubicBezTo>
                    <a:pt x="18400" y="548645"/>
                    <a:pt x="12031" y="546006"/>
                    <a:pt x="7335" y="541310"/>
                  </a:cubicBezTo>
                  <a:cubicBezTo>
                    <a:pt x="2638" y="536614"/>
                    <a:pt x="0" y="530244"/>
                    <a:pt x="0" y="523603"/>
                  </a:cubicBezTo>
                  <a:lnTo>
                    <a:pt x="0" y="25042"/>
                  </a:lnTo>
                  <a:cubicBezTo>
                    <a:pt x="0" y="18400"/>
                    <a:pt x="2638" y="12031"/>
                    <a:pt x="7335" y="7335"/>
                  </a:cubicBezTo>
                  <a:cubicBezTo>
                    <a:pt x="12031" y="2638"/>
                    <a:pt x="18400" y="0"/>
                    <a:pt x="25042" y="0"/>
                  </a:cubicBezTo>
                  <a:close/>
                </a:path>
              </a:pathLst>
            </a:custGeom>
            <a:solidFill>
              <a:srgbClr val="101D56"/>
            </a:solidFill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6A85E053-7778-5449-7C1C-C2387CD552FB}"/>
                </a:ext>
              </a:extLst>
            </p:cNvPr>
            <p:cNvSpPr txBox="1"/>
            <p:nvPr/>
          </p:nvSpPr>
          <p:spPr>
            <a:xfrm>
              <a:off x="0" y="-47625"/>
              <a:ext cx="2442746" cy="5962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23" name="ZoneTexte 22">
            <a:extLst>
              <a:ext uri="{FF2B5EF4-FFF2-40B4-BE49-F238E27FC236}">
                <a16:creationId xmlns:a16="http://schemas.microsoft.com/office/drawing/2014/main" id="{6C1578D0-2561-92AC-A1E3-E852A5BA43E7}"/>
              </a:ext>
            </a:extLst>
          </p:cNvPr>
          <p:cNvSpPr txBox="1"/>
          <p:nvPr/>
        </p:nvSpPr>
        <p:spPr>
          <a:xfrm>
            <a:off x="-640337" y="21771"/>
            <a:ext cx="85705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800" b="1" dirty="0">
                <a:solidFill>
                  <a:schemeClr val="bg1"/>
                </a:solidFill>
              </a:rPr>
              <a:t>Diagramme de classes</a:t>
            </a:r>
            <a:r>
              <a:rPr lang="fr-FR" sz="4800" dirty="0">
                <a:solidFill>
                  <a:schemeClr val="bg1"/>
                </a:solidFill>
              </a:rPr>
              <a:t> </a:t>
            </a:r>
          </a:p>
        </p:txBody>
      </p:sp>
      <p:pic>
        <p:nvPicPr>
          <p:cNvPr id="3" name="Image 2" descr="RLFBRiCW4BnRyZyWdzfAYTfhJlc4jchFQ0ERP2KC2DPH7-g_5zjDipZn0Mc7PNPcmDlCa7ZeNTiO1pchToP76HY7fBxRHfMFx4QHvxdmeTyeSuGqbp7X0kc1N5K7rXPrBEGeyMn2GlqcgUc4CCYU7TX3TIW5LzNaiqcKyEw-RNxQvcpYPQ2ls-glHZ3sCOiE9axL23vYNm6MzdioW-E2eX_w6JK9COqofbHAfd2OQo7hkS1aA09Jy1Tzkk12WOMHULn5K5BXGh41LzHWqbFZLHAO5zDUAguFhin-nifL3ALL3hjjVXUyHvqm1bzVyWaSsKik1sHTH2OqlD3vEfyLCWiYJGRFPPxaBiREP6NcBfId0NxUWb7aKUGlNtNtrAdLIdMFw_L3Lz_9s3gzdRhd7EBDpGN1V-1rrv-_jjcYjzFlzWi0 (346×635)">
            <a:extLst>
              <a:ext uri="{FF2B5EF4-FFF2-40B4-BE49-F238E27FC236}">
                <a16:creationId xmlns:a16="http://schemas.microsoft.com/office/drawing/2014/main" id="{A59168C6-38A0-FD30-37B8-E05516DB7D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841882"/>
            <a:ext cx="8570556" cy="776736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997543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39E36-D199-F95D-5D8D-1A9814ADE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ED9AB76-7532-7142-D834-6D4D755EF76E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66" b="-666"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0C708299-7CC6-C8C4-FB9B-6D0B4304C4E0}"/>
              </a:ext>
            </a:extLst>
          </p:cNvPr>
          <p:cNvSpPr/>
          <p:nvPr/>
        </p:nvSpPr>
        <p:spPr>
          <a:xfrm>
            <a:off x="15701335" y="-620058"/>
            <a:ext cx="2995779" cy="2572744"/>
          </a:xfrm>
          <a:custGeom>
            <a:avLst/>
            <a:gdLst/>
            <a:ahLst/>
            <a:cxnLst/>
            <a:rect l="l" t="t" r="r" b="b"/>
            <a:pathLst>
              <a:path w="2995779" h="2572744">
                <a:moveTo>
                  <a:pt x="0" y="0"/>
                </a:moveTo>
                <a:lnTo>
                  <a:pt x="2995779" y="0"/>
                </a:lnTo>
                <a:lnTo>
                  <a:pt x="2995779" y="2572744"/>
                </a:lnTo>
                <a:lnTo>
                  <a:pt x="0" y="25727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999"/>
            </a:blip>
            <a:stretch>
              <a:fillRect/>
            </a:stretch>
          </a:blipFill>
        </p:spPr>
      </p:sp>
      <p:grpSp>
        <p:nvGrpSpPr>
          <p:cNvPr id="20" name="Group 20">
            <a:extLst>
              <a:ext uri="{FF2B5EF4-FFF2-40B4-BE49-F238E27FC236}">
                <a16:creationId xmlns:a16="http://schemas.microsoft.com/office/drawing/2014/main" id="{B98C430B-ECBD-B25B-94D9-D034E66168DC}"/>
              </a:ext>
            </a:extLst>
          </p:cNvPr>
          <p:cNvGrpSpPr/>
          <p:nvPr/>
        </p:nvGrpSpPr>
        <p:grpSpPr>
          <a:xfrm>
            <a:off x="-640337" y="9600143"/>
            <a:ext cx="9274800" cy="2083136"/>
            <a:chOff x="0" y="0"/>
            <a:chExt cx="2442746" cy="548645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7BA43A4-8F00-44BB-FB74-D1446F6E1341}"/>
                </a:ext>
              </a:extLst>
            </p:cNvPr>
            <p:cNvSpPr/>
            <p:nvPr/>
          </p:nvSpPr>
          <p:spPr>
            <a:xfrm>
              <a:off x="0" y="0"/>
              <a:ext cx="2442746" cy="548645"/>
            </a:xfrm>
            <a:custGeom>
              <a:avLst/>
              <a:gdLst/>
              <a:ahLst/>
              <a:cxnLst/>
              <a:rect l="l" t="t" r="r" b="b"/>
              <a:pathLst>
                <a:path w="2442746" h="548645">
                  <a:moveTo>
                    <a:pt x="25042" y="0"/>
                  </a:moveTo>
                  <a:lnTo>
                    <a:pt x="2417704" y="0"/>
                  </a:lnTo>
                  <a:cubicBezTo>
                    <a:pt x="2431534" y="0"/>
                    <a:pt x="2442746" y="11212"/>
                    <a:pt x="2442746" y="25042"/>
                  </a:cubicBezTo>
                  <a:lnTo>
                    <a:pt x="2442746" y="523603"/>
                  </a:lnTo>
                  <a:cubicBezTo>
                    <a:pt x="2442746" y="530244"/>
                    <a:pt x="2440107" y="536614"/>
                    <a:pt x="2435411" y="541310"/>
                  </a:cubicBezTo>
                  <a:cubicBezTo>
                    <a:pt x="2430715" y="546006"/>
                    <a:pt x="2424345" y="548645"/>
                    <a:pt x="2417704" y="548645"/>
                  </a:cubicBezTo>
                  <a:lnTo>
                    <a:pt x="25042" y="548645"/>
                  </a:lnTo>
                  <a:cubicBezTo>
                    <a:pt x="18400" y="548645"/>
                    <a:pt x="12031" y="546006"/>
                    <a:pt x="7335" y="541310"/>
                  </a:cubicBezTo>
                  <a:cubicBezTo>
                    <a:pt x="2638" y="536614"/>
                    <a:pt x="0" y="530244"/>
                    <a:pt x="0" y="523603"/>
                  </a:cubicBezTo>
                  <a:lnTo>
                    <a:pt x="0" y="25042"/>
                  </a:lnTo>
                  <a:cubicBezTo>
                    <a:pt x="0" y="18400"/>
                    <a:pt x="2638" y="12031"/>
                    <a:pt x="7335" y="7335"/>
                  </a:cubicBezTo>
                  <a:cubicBezTo>
                    <a:pt x="12031" y="2638"/>
                    <a:pt x="18400" y="0"/>
                    <a:pt x="25042" y="0"/>
                  </a:cubicBezTo>
                  <a:close/>
                </a:path>
              </a:pathLst>
            </a:custGeom>
            <a:solidFill>
              <a:srgbClr val="101D56"/>
            </a:solidFill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546D96A4-1112-DA4D-907D-5C9779F91800}"/>
                </a:ext>
              </a:extLst>
            </p:cNvPr>
            <p:cNvSpPr txBox="1"/>
            <p:nvPr/>
          </p:nvSpPr>
          <p:spPr>
            <a:xfrm>
              <a:off x="0" y="-47625"/>
              <a:ext cx="2442746" cy="5962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23" name="ZoneTexte 22">
            <a:extLst>
              <a:ext uri="{FF2B5EF4-FFF2-40B4-BE49-F238E27FC236}">
                <a16:creationId xmlns:a16="http://schemas.microsoft.com/office/drawing/2014/main" id="{8F9C7987-14A5-DB0B-3DE3-2016A135D1C5}"/>
              </a:ext>
            </a:extLst>
          </p:cNvPr>
          <p:cNvSpPr txBox="1"/>
          <p:nvPr/>
        </p:nvSpPr>
        <p:spPr>
          <a:xfrm>
            <a:off x="91121" y="38100"/>
            <a:ext cx="85705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800" b="1" dirty="0">
                <a:solidFill>
                  <a:schemeClr val="bg1"/>
                </a:solidFill>
              </a:rPr>
              <a:t>Diagrammes de séquence</a:t>
            </a:r>
            <a:r>
              <a:rPr lang="fr-FR" sz="4800" dirty="0">
                <a:solidFill>
                  <a:schemeClr val="bg1"/>
                </a:solidFill>
              </a:rPr>
              <a:t> </a:t>
            </a:r>
            <a:r>
              <a:rPr lang="fr-FR" sz="4800" b="1" dirty="0">
                <a:solidFill>
                  <a:schemeClr val="bg1"/>
                </a:solidFill>
              </a:rPr>
              <a:t>(login)</a:t>
            </a:r>
          </a:p>
        </p:txBody>
      </p:sp>
      <p:pic>
        <p:nvPicPr>
          <p:cNvPr id="3" name="Image 2" descr="XL9RQiCm4Fmtw0wwGA5EqrV09OJy57e9LTgaIsJ9h2ItELBFqOjrPSVO9hWrZ0MQrUpEIDiG5SLKMr68GkdeIQQ85eEAa4WK3REeiL4kod0E4MeGXL5HlQi0Sh_BnwfAlhgW2Pk8ticgofiJ5NdpCfoL6raoS2mNnK3DgbOC0fqQ8DMf6kySmAnwl-EYEmQurf-1MFRWWoXuVs3NZA1I2qT51gZdPetk6VuqqMLsElj6Fim7bgsoQ7w-uMBzpH_nNzEF39qTw0WBZfz6nsobLcXbysck3PUt4ySM0kjwwjEPUtzcj41um6oSRzT6Rf12m3o3vEygZ79rIIEpoucKvM3dAmSoYeBbHm7wmwV53jrzJIh-wBBkWkShvR_sH7ruu4nsi-MLd-ql (573×773)">
            <a:extLst>
              <a:ext uri="{FF2B5EF4-FFF2-40B4-BE49-F238E27FC236}">
                <a16:creationId xmlns:a16="http://schemas.microsoft.com/office/drawing/2014/main" id="{C8F00B65-83BE-67BD-55EB-5CAA74A8B3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934411"/>
            <a:ext cx="8458200" cy="791612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628046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683D3-721A-93A7-3630-584E3CC8F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1C2BA1C-506D-FAE0-428B-435EAA8D32C8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66" b="-666"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77F76DE0-A23E-E48E-619C-5462FD53FA4A}"/>
              </a:ext>
            </a:extLst>
          </p:cNvPr>
          <p:cNvSpPr/>
          <p:nvPr/>
        </p:nvSpPr>
        <p:spPr>
          <a:xfrm>
            <a:off x="15701335" y="-620058"/>
            <a:ext cx="2995779" cy="2572744"/>
          </a:xfrm>
          <a:custGeom>
            <a:avLst/>
            <a:gdLst/>
            <a:ahLst/>
            <a:cxnLst/>
            <a:rect l="l" t="t" r="r" b="b"/>
            <a:pathLst>
              <a:path w="2995779" h="2572744">
                <a:moveTo>
                  <a:pt x="0" y="0"/>
                </a:moveTo>
                <a:lnTo>
                  <a:pt x="2995779" y="0"/>
                </a:lnTo>
                <a:lnTo>
                  <a:pt x="2995779" y="2572744"/>
                </a:lnTo>
                <a:lnTo>
                  <a:pt x="0" y="25727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999"/>
            </a:blip>
            <a:stretch>
              <a:fillRect/>
            </a:stretch>
          </a:blipFill>
        </p:spPr>
      </p:sp>
      <p:grpSp>
        <p:nvGrpSpPr>
          <p:cNvPr id="20" name="Group 20">
            <a:extLst>
              <a:ext uri="{FF2B5EF4-FFF2-40B4-BE49-F238E27FC236}">
                <a16:creationId xmlns:a16="http://schemas.microsoft.com/office/drawing/2014/main" id="{A5DDC99D-AC7D-6E57-90B1-E2A716D5AF06}"/>
              </a:ext>
            </a:extLst>
          </p:cNvPr>
          <p:cNvGrpSpPr/>
          <p:nvPr/>
        </p:nvGrpSpPr>
        <p:grpSpPr>
          <a:xfrm>
            <a:off x="-640337" y="9600143"/>
            <a:ext cx="9274800" cy="2083136"/>
            <a:chOff x="0" y="0"/>
            <a:chExt cx="2442746" cy="548645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9B13734C-EEB8-B664-C3E6-32E2E45A957D}"/>
                </a:ext>
              </a:extLst>
            </p:cNvPr>
            <p:cNvSpPr/>
            <p:nvPr/>
          </p:nvSpPr>
          <p:spPr>
            <a:xfrm>
              <a:off x="0" y="0"/>
              <a:ext cx="2442746" cy="548645"/>
            </a:xfrm>
            <a:custGeom>
              <a:avLst/>
              <a:gdLst/>
              <a:ahLst/>
              <a:cxnLst/>
              <a:rect l="l" t="t" r="r" b="b"/>
              <a:pathLst>
                <a:path w="2442746" h="548645">
                  <a:moveTo>
                    <a:pt x="25042" y="0"/>
                  </a:moveTo>
                  <a:lnTo>
                    <a:pt x="2417704" y="0"/>
                  </a:lnTo>
                  <a:cubicBezTo>
                    <a:pt x="2431534" y="0"/>
                    <a:pt x="2442746" y="11212"/>
                    <a:pt x="2442746" y="25042"/>
                  </a:cubicBezTo>
                  <a:lnTo>
                    <a:pt x="2442746" y="523603"/>
                  </a:lnTo>
                  <a:cubicBezTo>
                    <a:pt x="2442746" y="530244"/>
                    <a:pt x="2440107" y="536614"/>
                    <a:pt x="2435411" y="541310"/>
                  </a:cubicBezTo>
                  <a:cubicBezTo>
                    <a:pt x="2430715" y="546006"/>
                    <a:pt x="2424345" y="548645"/>
                    <a:pt x="2417704" y="548645"/>
                  </a:cubicBezTo>
                  <a:lnTo>
                    <a:pt x="25042" y="548645"/>
                  </a:lnTo>
                  <a:cubicBezTo>
                    <a:pt x="18400" y="548645"/>
                    <a:pt x="12031" y="546006"/>
                    <a:pt x="7335" y="541310"/>
                  </a:cubicBezTo>
                  <a:cubicBezTo>
                    <a:pt x="2638" y="536614"/>
                    <a:pt x="0" y="530244"/>
                    <a:pt x="0" y="523603"/>
                  </a:cubicBezTo>
                  <a:lnTo>
                    <a:pt x="0" y="25042"/>
                  </a:lnTo>
                  <a:cubicBezTo>
                    <a:pt x="0" y="18400"/>
                    <a:pt x="2638" y="12031"/>
                    <a:pt x="7335" y="7335"/>
                  </a:cubicBezTo>
                  <a:cubicBezTo>
                    <a:pt x="12031" y="2638"/>
                    <a:pt x="18400" y="0"/>
                    <a:pt x="25042" y="0"/>
                  </a:cubicBezTo>
                  <a:close/>
                </a:path>
              </a:pathLst>
            </a:custGeom>
            <a:solidFill>
              <a:srgbClr val="101D56"/>
            </a:solidFill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2DF2F836-5F4B-96E4-7412-B21A537AC662}"/>
                </a:ext>
              </a:extLst>
            </p:cNvPr>
            <p:cNvSpPr txBox="1"/>
            <p:nvPr/>
          </p:nvSpPr>
          <p:spPr>
            <a:xfrm>
              <a:off x="0" y="-47625"/>
              <a:ext cx="2442746" cy="5962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23" name="ZoneTexte 22">
            <a:extLst>
              <a:ext uri="{FF2B5EF4-FFF2-40B4-BE49-F238E27FC236}">
                <a16:creationId xmlns:a16="http://schemas.microsoft.com/office/drawing/2014/main" id="{A0B35927-5516-76AA-698A-13B7C16260B3}"/>
              </a:ext>
            </a:extLst>
          </p:cNvPr>
          <p:cNvSpPr txBox="1"/>
          <p:nvPr/>
        </p:nvSpPr>
        <p:spPr>
          <a:xfrm>
            <a:off x="21771" y="32657"/>
            <a:ext cx="797922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800" b="1" dirty="0">
                <a:solidFill>
                  <a:schemeClr val="bg1"/>
                </a:solidFill>
              </a:rPr>
              <a:t>Diagrammes de séquence</a:t>
            </a:r>
            <a:r>
              <a:rPr lang="fr-FR" sz="4800" dirty="0">
                <a:solidFill>
                  <a:schemeClr val="bg1"/>
                </a:solidFill>
              </a:rPr>
              <a:t> </a:t>
            </a:r>
            <a:r>
              <a:rPr lang="fr-FR" sz="4800" b="1" dirty="0">
                <a:solidFill>
                  <a:schemeClr val="bg1"/>
                </a:solidFill>
              </a:rPr>
              <a:t>(création de quiz)</a:t>
            </a:r>
          </a:p>
          <a:p>
            <a:pPr algn="ctr"/>
            <a:endParaRPr lang="fr-FR" sz="9600" dirty="0">
              <a:solidFill>
                <a:schemeClr val="bg1"/>
              </a:solidFill>
            </a:endParaRPr>
          </a:p>
        </p:txBody>
      </p:sp>
      <p:pic>
        <p:nvPicPr>
          <p:cNvPr id="3" name="Image 2" descr="ZLDTRy8m37olrFzWyOuqzZsa8iJsk3_XjGQYfKbn4YJswsTtBIeTZ5MzllZk7CVNPOZ8CTKsp_8Co-WPKZJM18oKECyQgPhIDEWYX4E8L5EULHZn0mF1PANVIbxl7D44CC3RIgsA0bwPC1hljBvBvWkAGYi3UvWkUbEOmqnGCX6tx3phArDX3KLpk1NWUctAhP3NdkjaqJ3rZRIBzRw1nWkztE8kQO62dYRFG9wBXxWJCDMDDJoI78-pa165TIyWj_S76ZEbt9CU107JdZR8rLdYIVT7WVySzVir_fEWDnguosB8LJhyPUbpAvLTw4N_HNmPNh4rr6vHmu0REhF5K_7iHbVf6zDfhz5ryvtt_mHj06AKSVddL5r4GnUzTtIbp2MPlPOvtRTLDX-ZinHR-I6-0G00 (631×729)">
            <a:extLst>
              <a:ext uri="{FF2B5EF4-FFF2-40B4-BE49-F238E27FC236}">
                <a16:creationId xmlns:a16="http://schemas.microsoft.com/office/drawing/2014/main" id="{BE68C4B9-26AE-0694-8438-F1A069EA42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1605136"/>
            <a:ext cx="9448800" cy="76531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163751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7E366-0D3D-CE95-F73D-824BA532B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9843753-9BB3-29B9-4F36-CAC8E1B6D788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66" b="-666"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F1275A41-D1AE-3ADB-AA09-BB9F521CD5D6}"/>
              </a:ext>
            </a:extLst>
          </p:cNvPr>
          <p:cNvSpPr/>
          <p:nvPr/>
        </p:nvSpPr>
        <p:spPr>
          <a:xfrm>
            <a:off x="15701335" y="-620058"/>
            <a:ext cx="2995779" cy="2572744"/>
          </a:xfrm>
          <a:custGeom>
            <a:avLst/>
            <a:gdLst/>
            <a:ahLst/>
            <a:cxnLst/>
            <a:rect l="l" t="t" r="r" b="b"/>
            <a:pathLst>
              <a:path w="2995779" h="2572744">
                <a:moveTo>
                  <a:pt x="0" y="0"/>
                </a:moveTo>
                <a:lnTo>
                  <a:pt x="2995779" y="0"/>
                </a:lnTo>
                <a:lnTo>
                  <a:pt x="2995779" y="2572744"/>
                </a:lnTo>
                <a:lnTo>
                  <a:pt x="0" y="25727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999"/>
            </a:blip>
            <a:stretch>
              <a:fillRect/>
            </a:stretch>
          </a:blipFill>
        </p:spPr>
      </p:sp>
      <p:grpSp>
        <p:nvGrpSpPr>
          <p:cNvPr id="20" name="Group 20">
            <a:extLst>
              <a:ext uri="{FF2B5EF4-FFF2-40B4-BE49-F238E27FC236}">
                <a16:creationId xmlns:a16="http://schemas.microsoft.com/office/drawing/2014/main" id="{6C60FDFD-CC2B-4BC9-FDD9-85C1B1749A1D}"/>
              </a:ext>
            </a:extLst>
          </p:cNvPr>
          <p:cNvGrpSpPr/>
          <p:nvPr/>
        </p:nvGrpSpPr>
        <p:grpSpPr>
          <a:xfrm>
            <a:off x="-640337" y="9600143"/>
            <a:ext cx="9274800" cy="2083136"/>
            <a:chOff x="0" y="0"/>
            <a:chExt cx="2442746" cy="548645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62A819A6-2D4E-2AFE-1A9D-AAFCD79726E4}"/>
                </a:ext>
              </a:extLst>
            </p:cNvPr>
            <p:cNvSpPr/>
            <p:nvPr/>
          </p:nvSpPr>
          <p:spPr>
            <a:xfrm>
              <a:off x="0" y="0"/>
              <a:ext cx="2442746" cy="548645"/>
            </a:xfrm>
            <a:custGeom>
              <a:avLst/>
              <a:gdLst/>
              <a:ahLst/>
              <a:cxnLst/>
              <a:rect l="l" t="t" r="r" b="b"/>
              <a:pathLst>
                <a:path w="2442746" h="548645">
                  <a:moveTo>
                    <a:pt x="25042" y="0"/>
                  </a:moveTo>
                  <a:lnTo>
                    <a:pt x="2417704" y="0"/>
                  </a:lnTo>
                  <a:cubicBezTo>
                    <a:pt x="2431534" y="0"/>
                    <a:pt x="2442746" y="11212"/>
                    <a:pt x="2442746" y="25042"/>
                  </a:cubicBezTo>
                  <a:lnTo>
                    <a:pt x="2442746" y="523603"/>
                  </a:lnTo>
                  <a:cubicBezTo>
                    <a:pt x="2442746" y="530244"/>
                    <a:pt x="2440107" y="536614"/>
                    <a:pt x="2435411" y="541310"/>
                  </a:cubicBezTo>
                  <a:cubicBezTo>
                    <a:pt x="2430715" y="546006"/>
                    <a:pt x="2424345" y="548645"/>
                    <a:pt x="2417704" y="548645"/>
                  </a:cubicBezTo>
                  <a:lnTo>
                    <a:pt x="25042" y="548645"/>
                  </a:lnTo>
                  <a:cubicBezTo>
                    <a:pt x="18400" y="548645"/>
                    <a:pt x="12031" y="546006"/>
                    <a:pt x="7335" y="541310"/>
                  </a:cubicBezTo>
                  <a:cubicBezTo>
                    <a:pt x="2638" y="536614"/>
                    <a:pt x="0" y="530244"/>
                    <a:pt x="0" y="523603"/>
                  </a:cubicBezTo>
                  <a:lnTo>
                    <a:pt x="0" y="25042"/>
                  </a:lnTo>
                  <a:cubicBezTo>
                    <a:pt x="0" y="18400"/>
                    <a:pt x="2638" y="12031"/>
                    <a:pt x="7335" y="7335"/>
                  </a:cubicBezTo>
                  <a:cubicBezTo>
                    <a:pt x="12031" y="2638"/>
                    <a:pt x="18400" y="0"/>
                    <a:pt x="25042" y="0"/>
                  </a:cubicBezTo>
                  <a:close/>
                </a:path>
              </a:pathLst>
            </a:custGeom>
            <a:solidFill>
              <a:srgbClr val="101D56"/>
            </a:solidFill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25A8A43D-D8A5-4DA4-E62E-28E49922F9A7}"/>
                </a:ext>
              </a:extLst>
            </p:cNvPr>
            <p:cNvSpPr txBox="1"/>
            <p:nvPr/>
          </p:nvSpPr>
          <p:spPr>
            <a:xfrm>
              <a:off x="0" y="-47625"/>
              <a:ext cx="2442746" cy="5962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23" name="ZoneTexte 22">
            <a:extLst>
              <a:ext uri="{FF2B5EF4-FFF2-40B4-BE49-F238E27FC236}">
                <a16:creationId xmlns:a16="http://schemas.microsoft.com/office/drawing/2014/main" id="{9B637BD6-338B-AA76-BAE8-3C3E3DD73CB8}"/>
              </a:ext>
            </a:extLst>
          </p:cNvPr>
          <p:cNvSpPr txBox="1"/>
          <p:nvPr/>
        </p:nvSpPr>
        <p:spPr>
          <a:xfrm>
            <a:off x="91121" y="10886"/>
            <a:ext cx="857055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800" b="1" dirty="0">
                <a:solidFill>
                  <a:schemeClr val="bg1"/>
                </a:solidFill>
              </a:rPr>
              <a:t>Diagrammes de séquence</a:t>
            </a:r>
            <a:r>
              <a:rPr lang="fr-FR" sz="4800" dirty="0">
                <a:solidFill>
                  <a:schemeClr val="bg1"/>
                </a:solidFill>
              </a:rPr>
              <a:t> </a:t>
            </a:r>
            <a:r>
              <a:rPr lang="fr-FR" sz="4800" b="1" dirty="0">
                <a:solidFill>
                  <a:schemeClr val="bg1"/>
                </a:solidFill>
              </a:rPr>
              <a:t>(participation)</a:t>
            </a:r>
          </a:p>
          <a:p>
            <a:pPr algn="ctr"/>
            <a:endParaRPr lang="fr-FR" sz="9600" dirty="0">
              <a:solidFill>
                <a:schemeClr val="bg1"/>
              </a:solidFill>
            </a:endParaRPr>
          </a:p>
        </p:txBody>
      </p:sp>
      <p:pic>
        <p:nvPicPr>
          <p:cNvPr id="3" name="Image 2" descr="VLHRJiCm4Fotv3li1P18NxH8GQNqXqzKSG3ZR5L3QgUnZLHEn3su6EiqQUtq4McZo3CxkpjUPMwTg9tVbfnn9gGpDRmxLIeh7FgQiufG9LKbj8FLtZhS8cU5SE93M8J5CgJbEJnB-VThGNZOUVK3UHxE8o6uU-hIuH4659qmrk4JIeKQZ8TAQSuwPfAKKSWDogy4NopfU4HHe_GaHdAX0yu8wE0nXSKIfOkmHFjmV9GbBExz4OOKOhrMLBy6fHtMQo6nJMiCUFDedJBQjhENnbHG6SgM6x7pWNiWS0RqN2yrYKkbILVzd3RpLrGTU_Aj0pCArDzcJve9CN8fkpyPV015wU35rEIiQ-dzb70dujDu1mLQ6fUiiIaplSBXgL6GPyhNJSa6iIkN5R2aerTzBdlUnYXgGrt8kD78-58ZVGtK1MVDgzcD5Q7OxaN_Ph99ihisK9FbpHvEsnkXwK2pHiI5TIkmezsOOXfFqT2XyCTrdbFhz4Vu1m00 (652×1006)">
            <a:extLst>
              <a:ext uri="{FF2B5EF4-FFF2-40B4-BE49-F238E27FC236}">
                <a16:creationId xmlns:a16="http://schemas.microsoft.com/office/drawing/2014/main" id="{026CB502-845B-A863-9E96-2C644C3D55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8324" y="1534380"/>
            <a:ext cx="8958603" cy="810196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403149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66" b="-666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924115" y="6390166"/>
            <a:ext cx="20136229" cy="4506944"/>
            <a:chOff x="0" y="0"/>
            <a:chExt cx="5303369" cy="118701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303369" cy="1187014"/>
            </a:xfrm>
            <a:custGeom>
              <a:avLst/>
              <a:gdLst/>
              <a:ahLst/>
              <a:cxnLst/>
              <a:rect l="l" t="t" r="r" b="b"/>
              <a:pathLst>
                <a:path w="5303369" h="1187014">
                  <a:moveTo>
                    <a:pt x="0" y="0"/>
                  </a:moveTo>
                  <a:lnTo>
                    <a:pt x="5303369" y="0"/>
                  </a:lnTo>
                  <a:lnTo>
                    <a:pt x="5303369" y="1187014"/>
                  </a:lnTo>
                  <a:lnTo>
                    <a:pt x="0" y="1187014"/>
                  </a:lnTo>
                  <a:close/>
                </a:path>
              </a:pathLst>
            </a:custGeom>
            <a:solidFill>
              <a:srgbClr val="101D56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5303369" cy="12346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169094" y="4752104"/>
            <a:ext cx="3914820" cy="2251430"/>
            <a:chOff x="0" y="0"/>
            <a:chExt cx="1031064" cy="59296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31064" cy="592969"/>
            </a:xfrm>
            <a:custGeom>
              <a:avLst/>
              <a:gdLst/>
              <a:ahLst/>
              <a:cxnLst/>
              <a:rect l="l" t="t" r="r" b="b"/>
              <a:pathLst>
                <a:path w="1031064" h="592969">
                  <a:moveTo>
                    <a:pt x="43507" y="0"/>
                  </a:moveTo>
                  <a:lnTo>
                    <a:pt x="987557" y="0"/>
                  </a:lnTo>
                  <a:cubicBezTo>
                    <a:pt x="999095" y="0"/>
                    <a:pt x="1010162" y="4584"/>
                    <a:pt x="1018321" y="12743"/>
                  </a:cubicBezTo>
                  <a:cubicBezTo>
                    <a:pt x="1026480" y="20902"/>
                    <a:pt x="1031064" y="31968"/>
                    <a:pt x="1031064" y="43507"/>
                  </a:cubicBezTo>
                  <a:lnTo>
                    <a:pt x="1031064" y="549462"/>
                  </a:lnTo>
                  <a:cubicBezTo>
                    <a:pt x="1031064" y="561001"/>
                    <a:pt x="1026480" y="572067"/>
                    <a:pt x="1018321" y="580226"/>
                  </a:cubicBezTo>
                  <a:cubicBezTo>
                    <a:pt x="1010162" y="588385"/>
                    <a:pt x="999095" y="592969"/>
                    <a:pt x="987557" y="592969"/>
                  </a:cubicBezTo>
                  <a:lnTo>
                    <a:pt x="43507" y="592969"/>
                  </a:lnTo>
                  <a:cubicBezTo>
                    <a:pt x="31968" y="592969"/>
                    <a:pt x="20902" y="588385"/>
                    <a:pt x="12743" y="580226"/>
                  </a:cubicBezTo>
                  <a:cubicBezTo>
                    <a:pt x="4584" y="572067"/>
                    <a:pt x="0" y="561001"/>
                    <a:pt x="0" y="549462"/>
                  </a:cubicBezTo>
                  <a:lnTo>
                    <a:pt x="0" y="43507"/>
                  </a:lnTo>
                  <a:cubicBezTo>
                    <a:pt x="0" y="31968"/>
                    <a:pt x="4584" y="20902"/>
                    <a:pt x="12743" y="12743"/>
                  </a:cubicBezTo>
                  <a:cubicBezTo>
                    <a:pt x="20902" y="4584"/>
                    <a:pt x="31968" y="0"/>
                    <a:pt x="43507" y="0"/>
                  </a:cubicBezTo>
                  <a:close/>
                </a:path>
              </a:pathLst>
            </a:custGeom>
            <a:solidFill>
              <a:srgbClr val="3A6B95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031064" cy="6405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188814" y="4752104"/>
            <a:ext cx="3910371" cy="2174326"/>
            <a:chOff x="0" y="0"/>
            <a:chExt cx="1029892" cy="57266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29892" cy="572662"/>
            </a:xfrm>
            <a:custGeom>
              <a:avLst/>
              <a:gdLst/>
              <a:ahLst/>
              <a:cxnLst/>
              <a:rect l="l" t="t" r="r" b="b"/>
              <a:pathLst>
                <a:path w="1029892" h="572662">
                  <a:moveTo>
                    <a:pt x="43557" y="0"/>
                  </a:moveTo>
                  <a:lnTo>
                    <a:pt x="986336" y="0"/>
                  </a:lnTo>
                  <a:cubicBezTo>
                    <a:pt x="1010391" y="0"/>
                    <a:pt x="1029892" y="19501"/>
                    <a:pt x="1029892" y="43557"/>
                  </a:cubicBezTo>
                  <a:lnTo>
                    <a:pt x="1029892" y="529105"/>
                  </a:lnTo>
                  <a:cubicBezTo>
                    <a:pt x="1029892" y="553161"/>
                    <a:pt x="1010391" y="572662"/>
                    <a:pt x="986336" y="572662"/>
                  </a:cubicBezTo>
                  <a:lnTo>
                    <a:pt x="43557" y="572662"/>
                  </a:lnTo>
                  <a:cubicBezTo>
                    <a:pt x="19501" y="572662"/>
                    <a:pt x="0" y="553161"/>
                    <a:pt x="0" y="529105"/>
                  </a:cubicBezTo>
                  <a:lnTo>
                    <a:pt x="0" y="43557"/>
                  </a:lnTo>
                  <a:cubicBezTo>
                    <a:pt x="0" y="19501"/>
                    <a:pt x="19501" y="0"/>
                    <a:pt x="43557" y="0"/>
                  </a:cubicBezTo>
                  <a:close/>
                </a:path>
              </a:pathLst>
            </a:custGeom>
            <a:solidFill>
              <a:srgbClr val="3A6B95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029892" cy="6202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204086" y="4752104"/>
            <a:ext cx="4031371" cy="2174326"/>
            <a:chOff x="0" y="0"/>
            <a:chExt cx="1061760" cy="57266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61760" cy="572662"/>
            </a:xfrm>
            <a:custGeom>
              <a:avLst/>
              <a:gdLst/>
              <a:ahLst/>
              <a:cxnLst/>
              <a:rect l="l" t="t" r="r" b="b"/>
              <a:pathLst>
                <a:path w="1061760" h="572662">
                  <a:moveTo>
                    <a:pt x="42249" y="0"/>
                  </a:moveTo>
                  <a:lnTo>
                    <a:pt x="1019511" y="0"/>
                  </a:lnTo>
                  <a:cubicBezTo>
                    <a:pt x="1030716" y="0"/>
                    <a:pt x="1041462" y="4451"/>
                    <a:pt x="1049386" y="12375"/>
                  </a:cubicBezTo>
                  <a:cubicBezTo>
                    <a:pt x="1057309" y="20298"/>
                    <a:pt x="1061760" y="31044"/>
                    <a:pt x="1061760" y="42249"/>
                  </a:cubicBezTo>
                  <a:lnTo>
                    <a:pt x="1061760" y="530413"/>
                  </a:lnTo>
                  <a:cubicBezTo>
                    <a:pt x="1061760" y="541618"/>
                    <a:pt x="1057309" y="552364"/>
                    <a:pt x="1049386" y="560287"/>
                  </a:cubicBezTo>
                  <a:cubicBezTo>
                    <a:pt x="1041462" y="568211"/>
                    <a:pt x="1030716" y="572662"/>
                    <a:pt x="1019511" y="572662"/>
                  </a:cubicBezTo>
                  <a:lnTo>
                    <a:pt x="42249" y="572662"/>
                  </a:lnTo>
                  <a:cubicBezTo>
                    <a:pt x="31044" y="572662"/>
                    <a:pt x="20298" y="568211"/>
                    <a:pt x="12375" y="560287"/>
                  </a:cubicBezTo>
                  <a:cubicBezTo>
                    <a:pt x="4451" y="552364"/>
                    <a:pt x="0" y="541618"/>
                    <a:pt x="0" y="530413"/>
                  </a:cubicBezTo>
                  <a:lnTo>
                    <a:pt x="0" y="42249"/>
                  </a:lnTo>
                  <a:cubicBezTo>
                    <a:pt x="0" y="31044"/>
                    <a:pt x="4451" y="20298"/>
                    <a:pt x="12375" y="12375"/>
                  </a:cubicBezTo>
                  <a:cubicBezTo>
                    <a:pt x="20298" y="4451"/>
                    <a:pt x="31044" y="0"/>
                    <a:pt x="42249" y="0"/>
                  </a:cubicBezTo>
                  <a:close/>
                </a:path>
              </a:pathLst>
            </a:custGeom>
            <a:solidFill>
              <a:srgbClr val="3A6B95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1061760" cy="6202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640337" y="-1218468"/>
            <a:ext cx="9274800" cy="2083136"/>
            <a:chOff x="0" y="0"/>
            <a:chExt cx="2442746" cy="54864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442746" cy="548645"/>
            </a:xfrm>
            <a:custGeom>
              <a:avLst/>
              <a:gdLst/>
              <a:ahLst/>
              <a:cxnLst/>
              <a:rect l="l" t="t" r="r" b="b"/>
              <a:pathLst>
                <a:path w="2442746" h="548645">
                  <a:moveTo>
                    <a:pt x="25042" y="0"/>
                  </a:moveTo>
                  <a:lnTo>
                    <a:pt x="2417704" y="0"/>
                  </a:lnTo>
                  <a:cubicBezTo>
                    <a:pt x="2431534" y="0"/>
                    <a:pt x="2442746" y="11212"/>
                    <a:pt x="2442746" y="25042"/>
                  </a:cubicBezTo>
                  <a:lnTo>
                    <a:pt x="2442746" y="523603"/>
                  </a:lnTo>
                  <a:cubicBezTo>
                    <a:pt x="2442746" y="530244"/>
                    <a:pt x="2440107" y="536614"/>
                    <a:pt x="2435411" y="541310"/>
                  </a:cubicBezTo>
                  <a:cubicBezTo>
                    <a:pt x="2430715" y="546006"/>
                    <a:pt x="2424345" y="548645"/>
                    <a:pt x="2417704" y="548645"/>
                  </a:cubicBezTo>
                  <a:lnTo>
                    <a:pt x="25042" y="548645"/>
                  </a:lnTo>
                  <a:cubicBezTo>
                    <a:pt x="18400" y="548645"/>
                    <a:pt x="12031" y="546006"/>
                    <a:pt x="7335" y="541310"/>
                  </a:cubicBezTo>
                  <a:cubicBezTo>
                    <a:pt x="2638" y="536614"/>
                    <a:pt x="0" y="530244"/>
                    <a:pt x="0" y="523603"/>
                  </a:cubicBezTo>
                  <a:lnTo>
                    <a:pt x="0" y="25042"/>
                  </a:lnTo>
                  <a:cubicBezTo>
                    <a:pt x="0" y="18400"/>
                    <a:pt x="2638" y="12031"/>
                    <a:pt x="7335" y="7335"/>
                  </a:cubicBezTo>
                  <a:cubicBezTo>
                    <a:pt x="12031" y="2638"/>
                    <a:pt x="18400" y="0"/>
                    <a:pt x="25042" y="0"/>
                  </a:cubicBezTo>
                  <a:close/>
                </a:path>
              </a:pathLst>
            </a:custGeom>
            <a:solidFill>
              <a:srgbClr val="101D56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2442746" cy="5962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>
            <a:off x="16554283" y="8460857"/>
            <a:ext cx="1733717" cy="1733717"/>
          </a:xfrm>
          <a:custGeom>
            <a:avLst/>
            <a:gdLst/>
            <a:ahLst/>
            <a:cxnLst/>
            <a:rect l="l" t="t" r="r" b="b"/>
            <a:pathLst>
              <a:path w="1733717" h="1733717">
                <a:moveTo>
                  <a:pt x="0" y="0"/>
                </a:moveTo>
                <a:lnTo>
                  <a:pt x="1733717" y="0"/>
                </a:lnTo>
                <a:lnTo>
                  <a:pt x="1733717" y="1733716"/>
                </a:lnTo>
                <a:lnTo>
                  <a:pt x="0" y="17337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1870719" y="1772310"/>
            <a:ext cx="6620087" cy="1741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884"/>
              </a:lnSpc>
            </a:pPr>
            <a:r>
              <a:rPr lang="en-US" sz="6395" b="1" dirty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ARCHITECTURE TECHNIQUE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753611" y="1984350"/>
            <a:ext cx="6481846" cy="1129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37"/>
              </a:lnSpc>
            </a:pPr>
            <a:r>
              <a:rPr lang="en-US" sz="3200" dirty="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Une stack </a:t>
            </a:r>
            <a:r>
              <a:rPr lang="en-US" sz="3200" dirty="0" err="1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moderne</a:t>
            </a:r>
            <a:r>
              <a:rPr lang="en-US" sz="3200" dirty="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et </a:t>
            </a:r>
            <a:r>
              <a:rPr lang="en-US" sz="3200" dirty="0" err="1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robuste</a:t>
            </a:r>
            <a:r>
              <a:rPr lang="en-US" sz="3200" dirty="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pour </a:t>
            </a:r>
            <a:r>
              <a:rPr lang="en-US" sz="3200" dirty="0" err="1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une</a:t>
            </a:r>
            <a:r>
              <a:rPr lang="en-US" sz="3200" dirty="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plateforme</a:t>
            </a:r>
            <a:r>
              <a:rPr lang="en-US" sz="3200" dirty="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de quiz </a:t>
            </a:r>
            <a:r>
              <a:rPr lang="en-US" sz="3200" dirty="0" err="1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performante</a:t>
            </a:r>
            <a:r>
              <a:rPr lang="en-US" sz="3200" dirty="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et </a:t>
            </a:r>
            <a:r>
              <a:rPr lang="en-US" sz="3200" dirty="0" err="1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évolutive</a:t>
            </a:r>
            <a:r>
              <a:rPr lang="en-US" sz="3200" dirty="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453878" y="5086350"/>
            <a:ext cx="3349701" cy="862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20"/>
              </a:lnSpc>
            </a:pPr>
            <a:r>
              <a:rPr lang="en-US" sz="2300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🐍 BACKEND DJANGO (PYTHON) MVT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753933" y="5096135"/>
            <a:ext cx="2780134" cy="8750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20"/>
              </a:lnSpc>
            </a:pPr>
            <a:r>
              <a:rPr lang="en-US" sz="2300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🎨 FRONTEND BOOTSTRAP 5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769204" y="5096135"/>
            <a:ext cx="2780134" cy="8750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20"/>
              </a:lnSpc>
            </a:pPr>
            <a:r>
              <a:rPr lang="en-US" sz="2300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🗄️ BASE DE DONNÉES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173543" y="5992477"/>
            <a:ext cx="3910371" cy="798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17"/>
              </a:lnSpc>
            </a:pPr>
            <a:r>
              <a:rPr lang="en-US" sz="229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Framework Python puissant pour la logique serveur.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188814" y="5992477"/>
            <a:ext cx="3910371" cy="798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17"/>
              </a:lnSpc>
            </a:pPr>
            <a:r>
              <a:rPr lang="en-US" sz="229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HTML/CSS responsive avec composants modernes.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325085" y="5914015"/>
            <a:ext cx="3910371" cy="398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17"/>
              </a:lnSpc>
            </a:pPr>
            <a:r>
              <a:rPr lang="en-US" sz="229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MYSQL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66" b="-666"/>
            </a:stretch>
          </a:blipFill>
        </p:spPr>
      </p:sp>
      <p:grpSp>
        <p:nvGrpSpPr>
          <p:cNvPr id="20" name="Group 20"/>
          <p:cNvGrpSpPr/>
          <p:nvPr/>
        </p:nvGrpSpPr>
        <p:grpSpPr>
          <a:xfrm>
            <a:off x="-640337" y="9600143"/>
            <a:ext cx="9274800" cy="2083136"/>
            <a:chOff x="0" y="0"/>
            <a:chExt cx="2442746" cy="54864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442746" cy="548645"/>
            </a:xfrm>
            <a:custGeom>
              <a:avLst/>
              <a:gdLst/>
              <a:ahLst/>
              <a:cxnLst/>
              <a:rect l="l" t="t" r="r" b="b"/>
              <a:pathLst>
                <a:path w="2442746" h="548645">
                  <a:moveTo>
                    <a:pt x="25042" y="0"/>
                  </a:moveTo>
                  <a:lnTo>
                    <a:pt x="2417704" y="0"/>
                  </a:lnTo>
                  <a:cubicBezTo>
                    <a:pt x="2431534" y="0"/>
                    <a:pt x="2442746" y="11212"/>
                    <a:pt x="2442746" y="25042"/>
                  </a:cubicBezTo>
                  <a:lnTo>
                    <a:pt x="2442746" y="523603"/>
                  </a:lnTo>
                  <a:cubicBezTo>
                    <a:pt x="2442746" y="530244"/>
                    <a:pt x="2440107" y="536614"/>
                    <a:pt x="2435411" y="541310"/>
                  </a:cubicBezTo>
                  <a:cubicBezTo>
                    <a:pt x="2430715" y="546006"/>
                    <a:pt x="2424345" y="548645"/>
                    <a:pt x="2417704" y="548645"/>
                  </a:cubicBezTo>
                  <a:lnTo>
                    <a:pt x="25042" y="548645"/>
                  </a:lnTo>
                  <a:cubicBezTo>
                    <a:pt x="18400" y="548645"/>
                    <a:pt x="12031" y="546006"/>
                    <a:pt x="7335" y="541310"/>
                  </a:cubicBezTo>
                  <a:cubicBezTo>
                    <a:pt x="2638" y="536614"/>
                    <a:pt x="0" y="530244"/>
                    <a:pt x="0" y="523603"/>
                  </a:cubicBezTo>
                  <a:lnTo>
                    <a:pt x="0" y="25042"/>
                  </a:lnTo>
                  <a:cubicBezTo>
                    <a:pt x="0" y="18400"/>
                    <a:pt x="2638" y="12031"/>
                    <a:pt x="7335" y="7335"/>
                  </a:cubicBezTo>
                  <a:cubicBezTo>
                    <a:pt x="12031" y="2638"/>
                    <a:pt x="18400" y="0"/>
                    <a:pt x="25042" y="0"/>
                  </a:cubicBezTo>
                  <a:close/>
                </a:path>
              </a:pathLst>
            </a:custGeom>
            <a:solidFill>
              <a:srgbClr val="101D56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2442746" cy="5962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25" name="ZoneTexte 24">
            <a:extLst>
              <a:ext uri="{FF2B5EF4-FFF2-40B4-BE49-F238E27FC236}">
                <a16:creationId xmlns:a16="http://schemas.microsoft.com/office/drawing/2014/main" id="{4C3E8C28-A620-4052-E109-F73EE4DA8997}"/>
              </a:ext>
            </a:extLst>
          </p:cNvPr>
          <p:cNvSpPr txBox="1"/>
          <p:nvPr/>
        </p:nvSpPr>
        <p:spPr>
          <a:xfrm>
            <a:off x="4159691" y="3924300"/>
            <a:ext cx="1058014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9600" dirty="0">
                <a:solidFill>
                  <a:schemeClr val="bg1"/>
                </a:solidFill>
              </a:rPr>
              <a:t>Réalisation du projet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66" b="-666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330060" y="639487"/>
            <a:ext cx="13306533" cy="9008027"/>
            <a:chOff x="0" y="0"/>
            <a:chExt cx="3504601" cy="237248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504601" cy="2372484"/>
            </a:xfrm>
            <a:custGeom>
              <a:avLst/>
              <a:gdLst/>
              <a:ahLst/>
              <a:cxnLst/>
              <a:rect l="l" t="t" r="r" b="b"/>
              <a:pathLst>
                <a:path w="3504601" h="2372484">
                  <a:moveTo>
                    <a:pt x="29672" y="0"/>
                  </a:moveTo>
                  <a:lnTo>
                    <a:pt x="3474929" y="0"/>
                  </a:lnTo>
                  <a:cubicBezTo>
                    <a:pt x="3482798" y="0"/>
                    <a:pt x="3490345" y="3126"/>
                    <a:pt x="3495910" y="8691"/>
                  </a:cubicBezTo>
                  <a:cubicBezTo>
                    <a:pt x="3501475" y="14256"/>
                    <a:pt x="3504601" y="21803"/>
                    <a:pt x="3504601" y="29672"/>
                  </a:cubicBezTo>
                  <a:lnTo>
                    <a:pt x="3504601" y="2342812"/>
                  </a:lnTo>
                  <a:cubicBezTo>
                    <a:pt x="3504601" y="2350682"/>
                    <a:pt x="3501475" y="2358229"/>
                    <a:pt x="3495910" y="2363794"/>
                  </a:cubicBezTo>
                  <a:cubicBezTo>
                    <a:pt x="3490345" y="2369358"/>
                    <a:pt x="3482798" y="2372484"/>
                    <a:pt x="3474929" y="2372484"/>
                  </a:cubicBezTo>
                  <a:lnTo>
                    <a:pt x="29672" y="2372484"/>
                  </a:lnTo>
                  <a:cubicBezTo>
                    <a:pt x="21803" y="2372484"/>
                    <a:pt x="14256" y="2369358"/>
                    <a:pt x="8691" y="2363794"/>
                  </a:cubicBezTo>
                  <a:cubicBezTo>
                    <a:pt x="3126" y="2358229"/>
                    <a:pt x="0" y="2350682"/>
                    <a:pt x="0" y="2342812"/>
                  </a:cubicBezTo>
                  <a:lnTo>
                    <a:pt x="0" y="29672"/>
                  </a:lnTo>
                  <a:cubicBezTo>
                    <a:pt x="0" y="21803"/>
                    <a:pt x="3126" y="14256"/>
                    <a:pt x="8691" y="8691"/>
                  </a:cubicBezTo>
                  <a:cubicBezTo>
                    <a:pt x="14256" y="3126"/>
                    <a:pt x="21803" y="0"/>
                    <a:pt x="29672" y="0"/>
                  </a:cubicBezTo>
                  <a:close/>
                </a:path>
              </a:pathLst>
            </a:custGeom>
            <a:solidFill>
              <a:srgbClr val="101D56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3504601" cy="24201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63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2012930" y="1028700"/>
            <a:ext cx="5246370" cy="8229600"/>
            <a:chOff x="0" y="0"/>
            <a:chExt cx="812800" cy="127498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1274980"/>
            </a:xfrm>
            <a:custGeom>
              <a:avLst/>
              <a:gdLst/>
              <a:ahLst/>
              <a:cxnLst/>
              <a:rect l="l" t="t" r="r" b="b"/>
              <a:pathLst>
                <a:path w="812800" h="1274980">
                  <a:moveTo>
                    <a:pt x="33940" y="0"/>
                  </a:moveTo>
                  <a:lnTo>
                    <a:pt x="778860" y="0"/>
                  </a:lnTo>
                  <a:cubicBezTo>
                    <a:pt x="797604" y="0"/>
                    <a:pt x="812800" y="15196"/>
                    <a:pt x="812800" y="33940"/>
                  </a:cubicBezTo>
                  <a:lnTo>
                    <a:pt x="812800" y="1241040"/>
                  </a:lnTo>
                  <a:cubicBezTo>
                    <a:pt x="812800" y="1259785"/>
                    <a:pt x="797604" y="1274980"/>
                    <a:pt x="778860" y="1274980"/>
                  </a:cubicBezTo>
                  <a:lnTo>
                    <a:pt x="33940" y="1274980"/>
                  </a:lnTo>
                  <a:cubicBezTo>
                    <a:pt x="15196" y="1274980"/>
                    <a:pt x="0" y="1259785"/>
                    <a:pt x="0" y="1241040"/>
                  </a:cubicBezTo>
                  <a:lnTo>
                    <a:pt x="0" y="33940"/>
                  </a:lnTo>
                  <a:cubicBezTo>
                    <a:pt x="0" y="15196"/>
                    <a:pt x="15196" y="0"/>
                    <a:pt x="33940" y="0"/>
                  </a:cubicBezTo>
                  <a:close/>
                </a:path>
              </a:pathLst>
            </a:custGeom>
            <a:blipFill>
              <a:blip r:embed="rId3"/>
              <a:stretch>
                <a:fillRect l="-2843" r="-2843"/>
              </a:stretch>
            </a:blipFill>
          </p:spPr>
        </p:sp>
      </p:grpSp>
      <p:sp>
        <p:nvSpPr>
          <p:cNvPr id="9" name="Freeform 9"/>
          <p:cNvSpPr/>
          <p:nvPr/>
        </p:nvSpPr>
        <p:spPr>
          <a:xfrm>
            <a:off x="1728982" y="5790499"/>
            <a:ext cx="407670" cy="892925"/>
          </a:xfrm>
          <a:custGeom>
            <a:avLst/>
            <a:gdLst/>
            <a:ahLst/>
            <a:cxnLst/>
            <a:rect l="l" t="t" r="r" b="b"/>
            <a:pathLst>
              <a:path w="407670" h="892925">
                <a:moveTo>
                  <a:pt x="0" y="0"/>
                </a:moveTo>
                <a:lnTo>
                  <a:pt x="407671" y="0"/>
                </a:lnTo>
                <a:lnTo>
                  <a:pt x="407671" y="892924"/>
                </a:lnTo>
                <a:lnTo>
                  <a:pt x="0" y="8929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784419" y="6803836"/>
            <a:ext cx="368613" cy="382960"/>
          </a:xfrm>
          <a:custGeom>
            <a:avLst/>
            <a:gdLst/>
            <a:ahLst/>
            <a:cxnLst/>
            <a:rect l="l" t="t" r="r" b="b"/>
            <a:pathLst>
              <a:path w="368613" h="382960">
                <a:moveTo>
                  <a:pt x="0" y="0"/>
                </a:moveTo>
                <a:lnTo>
                  <a:pt x="368613" y="0"/>
                </a:lnTo>
                <a:lnTo>
                  <a:pt x="368613" y="382960"/>
                </a:lnTo>
                <a:lnTo>
                  <a:pt x="0" y="3829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820009" y="7580685"/>
            <a:ext cx="381948" cy="381471"/>
          </a:xfrm>
          <a:custGeom>
            <a:avLst/>
            <a:gdLst/>
            <a:ahLst/>
            <a:cxnLst/>
            <a:rect l="l" t="t" r="r" b="b"/>
            <a:pathLst>
              <a:path w="381948" h="381471">
                <a:moveTo>
                  <a:pt x="0" y="0"/>
                </a:moveTo>
                <a:lnTo>
                  <a:pt x="381949" y="0"/>
                </a:lnTo>
                <a:lnTo>
                  <a:pt x="381949" y="381471"/>
                </a:lnTo>
                <a:lnTo>
                  <a:pt x="0" y="3814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766555" y="8288439"/>
            <a:ext cx="403921" cy="402607"/>
          </a:xfrm>
          <a:custGeom>
            <a:avLst/>
            <a:gdLst/>
            <a:ahLst/>
            <a:cxnLst/>
            <a:rect l="l" t="t" r="r" b="b"/>
            <a:pathLst>
              <a:path w="403921" h="402607">
                <a:moveTo>
                  <a:pt x="0" y="0"/>
                </a:moveTo>
                <a:lnTo>
                  <a:pt x="403921" y="0"/>
                </a:lnTo>
                <a:lnTo>
                  <a:pt x="403921" y="402607"/>
                </a:lnTo>
                <a:lnTo>
                  <a:pt x="0" y="40260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968197" y="3778251"/>
            <a:ext cx="8090203" cy="95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7050"/>
              </a:lnSpc>
            </a:pPr>
            <a:r>
              <a:rPr lang="en-US" sz="8494" dirty="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CONCLUSION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380587" y="5934696"/>
            <a:ext cx="4535959" cy="4553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77"/>
              </a:lnSpc>
            </a:pPr>
            <a:r>
              <a:rPr lang="en-US" sz="2698" dirty="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🚀 </a:t>
            </a:r>
            <a:r>
              <a:rPr lang="en-US" sz="2698" dirty="0" err="1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Multijoueur</a:t>
            </a:r>
            <a:r>
              <a:rPr lang="en-US" sz="2698" dirty="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380587" y="6707792"/>
            <a:ext cx="4535959" cy="4553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77"/>
              </a:lnSpc>
            </a:pPr>
            <a:r>
              <a:rPr lang="en-US" sz="2698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📱 App Mobile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380587" y="7477413"/>
            <a:ext cx="4535959" cy="4553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77"/>
              </a:lnSpc>
            </a:pPr>
            <a:r>
              <a:rPr lang="en-US" sz="2698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🤖 IA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380587" y="8247033"/>
            <a:ext cx="4535959" cy="4553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77"/>
              </a:lnSpc>
            </a:pPr>
            <a:r>
              <a:rPr lang="en-US" sz="2698" dirty="0" err="1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Essayez</a:t>
            </a:r>
            <a:r>
              <a:rPr lang="en-US" sz="2698" dirty="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en-US" sz="2698" dirty="0" err="1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QuickQuiz</a:t>
            </a:r>
            <a:r>
              <a:rPr lang="en-US" sz="2698" dirty="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⚡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0734" y="1353360"/>
            <a:ext cx="2267979" cy="438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37"/>
              </a:lnSpc>
            </a:pPr>
            <a:r>
              <a:rPr lang="en-US" sz="2598" b="1">
                <a:solidFill>
                  <a:srgbClr val="FFFFFF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QuickQuiz</a:t>
            </a:r>
          </a:p>
        </p:txBody>
      </p:sp>
      <p:sp>
        <p:nvSpPr>
          <p:cNvPr id="19" name="Freeform 22">
            <a:extLst>
              <a:ext uri="{FF2B5EF4-FFF2-40B4-BE49-F238E27FC236}">
                <a16:creationId xmlns:a16="http://schemas.microsoft.com/office/drawing/2014/main" id="{957A6CDA-BFDC-018F-E845-147A2837AB52}"/>
              </a:ext>
            </a:extLst>
          </p:cNvPr>
          <p:cNvSpPr/>
          <p:nvPr/>
        </p:nvSpPr>
        <p:spPr>
          <a:xfrm>
            <a:off x="1636143" y="1272896"/>
            <a:ext cx="665695" cy="649458"/>
          </a:xfrm>
          <a:custGeom>
            <a:avLst/>
            <a:gdLst/>
            <a:ahLst/>
            <a:cxnLst/>
            <a:rect l="l" t="t" r="r" b="b"/>
            <a:pathLst>
              <a:path w="665695" h="649458">
                <a:moveTo>
                  <a:pt x="0" y="0"/>
                </a:moveTo>
                <a:lnTo>
                  <a:pt x="665695" y="0"/>
                </a:lnTo>
                <a:lnTo>
                  <a:pt x="665695" y="649459"/>
                </a:lnTo>
                <a:lnTo>
                  <a:pt x="0" y="64945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485</Words>
  <Application>Microsoft Office PowerPoint</Application>
  <PresentationFormat>Personnalisé</PresentationFormat>
  <Paragraphs>95</Paragraphs>
  <Slides>16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4" baseType="lpstr">
      <vt:lpstr>Helvetica World</vt:lpstr>
      <vt:lpstr>Calibri</vt:lpstr>
      <vt:lpstr>Source Sans Pro Bold</vt:lpstr>
      <vt:lpstr>Helvetica World Italics</vt:lpstr>
      <vt:lpstr>Arial</vt:lpstr>
      <vt:lpstr>Helvetica World Bold</vt:lpstr>
      <vt:lpstr>Source Sans Pro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 du projet</dc:title>
  <dc:creator>DELL</dc:creator>
  <cp:lastModifiedBy>Fatiha Sabar</cp:lastModifiedBy>
  <cp:revision>4</cp:revision>
  <dcterms:created xsi:type="dcterms:W3CDTF">2006-08-16T00:00:00Z</dcterms:created>
  <dcterms:modified xsi:type="dcterms:W3CDTF">2026-05-13T23:34:14Z</dcterms:modified>
  <dc:identifier>DAHJlplLMx4</dc:identifier>
</cp:coreProperties>
</file>